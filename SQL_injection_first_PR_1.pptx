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59" r:id="rId13"/>
    <p:sldId id="268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2C2D1-7AA2-1672-AD6F-50A32F28A7C3}" v="370" dt="2025-10-31T22:30:25.380"/>
    <p1510:client id="{69717959-53C5-48A6-BFD6-85CE8D488DBA}" v="38" dt="2025-11-01T15:36:41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Brutovský" userId="S::xbrutovskyf@stuba.sk::c01b95bd-2f38-4bc3-ab7a-bd0d5879bbde" providerId="AD" clId="Web-{4E22C2D1-7AA2-1672-AD6F-50A32F28A7C3}"/>
    <pc:docChg chg="addSld delSld modSld">
      <pc:chgData name="Filip Brutovský" userId="S::xbrutovskyf@stuba.sk::c01b95bd-2f38-4bc3-ab7a-bd0d5879bbde" providerId="AD" clId="Web-{4E22C2D1-7AA2-1672-AD6F-50A32F28A7C3}" dt="2025-10-31T22:30:25.380" v="360" actId="20577"/>
      <pc:docMkLst>
        <pc:docMk/>
      </pc:docMkLst>
      <pc:sldChg chg="addSp modSp mod setBg">
        <pc:chgData name="Filip Brutovský" userId="S::xbrutovskyf@stuba.sk::c01b95bd-2f38-4bc3-ab7a-bd0d5879bbde" providerId="AD" clId="Web-{4E22C2D1-7AA2-1672-AD6F-50A32F28A7C3}" dt="2025-10-31T22:13:26.981" v="247" actId="20577"/>
        <pc:sldMkLst>
          <pc:docMk/>
          <pc:sldMk cId="109857222" sldId="256"/>
        </pc:sldMkLst>
        <pc:spChg chg="mod">
          <ac:chgData name="Filip Brutovský" userId="S::xbrutovskyf@stuba.sk::c01b95bd-2f38-4bc3-ab7a-bd0d5879bbde" providerId="AD" clId="Web-{4E22C2D1-7AA2-1672-AD6F-50A32F28A7C3}" dt="2025-10-31T22:13:19.886" v="24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Filip Brutovský" userId="S::xbrutovskyf@stuba.sk::c01b95bd-2f38-4bc3-ab7a-bd0d5879bbde" providerId="AD" clId="Web-{4E22C2D1-7AA2-1672-AD6F-50A32F28A7C3}" dt="2025-10-31T22:13:26.981" v="247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Filip Brutovský" userId="S::xbrutovskyf@stuba.sk::c01b95bd-2f38-4bc3-ab7a-bd0d5879bbde" providerId="AD" clId="Web-{4E22C2D1-7AA2-1672-AD6F-50A32F28A7C3}" dt="2025-10-31T22:09:58.546" v="223"/>
          <ac:spMkLst>
            <pc:docMk/>
            <pc:sldMk cId="109857222" sldId="256"/>
            <ac:spMk id="9" creationId="{8870DEF6-46A2-D4F8-8BE6-91165D93ECC4}"/>
          </ac:spMkLst>
        </pc:spChg>
        <pc:picChg chg="add">
          <ac:chgData name="Filip Brutovský" userId="S::xbrutovskyf@stuba.sk::c01b95bd-2f38-4bc3-ab7a-bd0d5879bbde" providerId="AD" clId="Web-{4E22C2D1-7AA2-1672-AD6F-50A32F28A7C3}" dt="2025-10-31T22:09:58.546" v="223"/>
          <ac:picMkLst>
            <pc:docMk/>
            <pc:sldMk cId="109857222" sldId="256"/>
            <ac:picMk id="5" creationId="{79F68C85-8622-B272-2C11-28643E76B36D}"/>
          </ac:picMkLst>
        </pc:picChg>
        <pc:cxnChg chg="add">
          <ac:chgData name="Filip Brutovský" userId="S::xbrutovskyf@stuba.sk::c01b95bd-2f38-4bc3-ab7a-bd0d5879bbde" providerId="AD" clId="Web-{4E22C2D1-7AA2-1672-AD6F-50A32F28A7C3}" dt="2025-10-31T22:09:58.546" v="223"/>
          <ac:cxnSpMkLst>
            <pc:docMk/>
            <pc:sldMk cId="109857222" sldId="256"/>
            <ac:cxnSpMk id="11" creationId="{522632D6-DED9-FDEC-FD9F-09FF0A4544CC}"/>
          </ac:cxnSpMkLst>
        </pc:cxnChg>
      </pc:sldChg>
      <pc:sldChg chg="addSp delSp modSp new mod modClrScheme chgLayout">
        <pc:chgData name="Filip Brutovský" userId="S::xbrutovskyf@stuba.sk::c01b95bd-2f38-4bc3-ab7a-bd0d5879bbde" providerId="AD" clId="Web-{4E22C2D1-7AA2-1672-AD6F-50A32F28A7C3}" dt="2025-10-31T22:17:32.770" v="282" actId="20577"/>
        <pc:sldMkLst>
          <pc:docMk/>
          <pc:sldMk cId="2531440864" sldId="257"/>
        </pc:sldMkLst>
        <pc:spChg chg="mod ord">
          <ac:chgData name="Filip Brutovský" userId="S::xbrutovskyf@stuba.sk::c01b95bd-2f38-4bc3-ab7a-bd0d5879bbde" providerId="AD" clId="Web-{4E22C2D1-7AA2-1672-AD6F-50A32F28A7C3}" dt="2025-10-31T22:13:41.653" v="248" actId="20577"/>
          <ac:spMkLst>
            <pc:docMk/>
            <pc:sldMk cId="2531440864" sldId="257"/>
            <ac:spMk id="2" creationId="{B3188CD0-B2C4-0BF4-55D4-FFE55AADD721}"/>
          </ac:spMkLst>
        </pc:spChg>
        <pc:spChg chg="mod ord">
          <ac:chgData name="Filip Brutovský" userId="S::xbrutovskyf@stuba.sk::c01b95bd-2f38-4bc3-ab7a-bd0d5879bbde" providerId="AD" clId="Web-{4E22C2D1-7AA2-1672-AD6F-50A32F28A7C3}" dt="2025-10-31T22:17:32.770" v="282" actId="20577"/>
          <ac:spMkLst>
            <pc:docMk/>
            <pc:sldMk cId="2531440864" sldId="257"/>
            <ac:spMk id="3" creationId="{55AA4B53-A136-255A-94E7-B8E03DBCBB78}"/>
          </ac:spMkLst>
        </pc:spChg>
        <pc:spChg chg="add del mod">
          <ac:chgData name="Filip Brutovský" userId="S::xbrutovskyf@stuba.sk::c01b95bd-2f38-4bc3-ab7a-bd0d5879bbde" providerId="AD" clId="Web-{4E22C2D1-7AA2-1672-AD6F-50A32F28A7C3}" dt="2025-10-31T22:08:31.772" v="220"/>
          <ac:spMkLst>
            <pc:docMk/>
            <pc:sldMk cId="2531440864" sldId="257"/>
            <ac:spMk id="5" creationId="{B8E6F8AA-7C0B-97C9-C0A2-58C3E3409484}"/>
          </ac:spMkLst>
        </pc:spChg>
        <pc:spChg chg="add del mod">
          <ac:chgData name="Filip Brutovský" userId="S::xbrutovskyf@stuba.sk::c01b95bd-2f38-4bc3-ab7a-bd0d5879bbde" providerId="AD" clId="Web-{4E22C2D1-7AA2-1672-AD6F-50A32F28A7C3}" dt="2025-10-31T22:08:31.772" v="219"/>
          <ac:spMkLst>
            <pc:docMk/>
            <pc:sldMk cId="2531440864" sldId="257"/>
            <ac:spMk id="6" creationId="{DD06FEF4-BE85-F485-FD9A-71FC5B474A57}"/>
          </ac:spMkLst>
        </pc:spChg>
        <pc:spChg chg="add del mod ord">
          <ac:chgData name="Filip Brutovský" userId="S::xbrutovskyf@stuba.sk::c01b95bd-2f38-4bc3-ab7a-bd0d5879bbde" providerId="AD" clId="Web-{4E22C2D1-7AA2-1672-AD6F-50A32F28A7C3}" dt="2025-10-31T22:14:11.920" v="250"/>
          <ac:spMkLst>
            <pc:docMk/>
            <pc:sldMk cId="2531440864" sldId="257"/>
            <ac:spMk id="7" creationId="{EA165536-BD75-772D-5B20-15183EA8467F}"/>
          </ac:spMkLst>
        </pc:spChg>
        <pc:spChg chg="add mod ord">
          <ac:chgData name="Filip Brutovský" userId="S::xbrutovskyf@stuba.sk::c01b95bd-2f38-4bc3-ab7a-bd0d5879bbde" providerId="AD" clId="Web-{4E22C2D1-7AA2-1672-AD6F-50A32F28A7C3}" dt="2025-10-31T22:15:16.500" v="269"/>
          <ac:spMkLst>
            <pc:docMk/>
            <pc:sldMk cId="2531440864" sldId="257"/>
            <ac:spMk id="8" creationId="{6D2AD106-1342-B113-9A00-0994922991DE}"/>
          </ac:spMkLst>
        </pc:spChg>
        <pc:spChg chg="add mod">
          <ac:chgData name="Filip Brutovský" userId="S::xbrutovskyf@stuba.sk::c01b95bd-2f38-4bc3-ab7a-bd0d5879bbde" providerId="AD" clId="Web-{4E22C2D1-7AA2-1672-AD6F-50A32F28A7C3}" dt="2025-10-31T22:14:40.140" v="264" actId="20577"/>
          <ac:spMkLst>
            <pc:docMk/>
            <pc:sldMk cId="2531440864" sldId="257"/>
            <ac:spMk id="9" creationId="{CB665B47-6D9F-DB08-CC7E-FAFBB5865387}"/>
          </ac:spMkLst>
        </pc:spChg>
        <pc:picChg chg="add mod">
          <ac:chgData name="Filip Brutovský" userId="S::xbrutovskyf@stuba.sk::c01b95bd-2f38-4bc3-ab7a-bd0d5879bbde" providerId="AD" clId="Web-{4E22C2D1-7AA2-1672-AD6F-50A32F28A7C3}" dt="2025-10-31T22:16:14.065" v="272" actId="1076"/>
          <ac:picMkLst>
            <pc:docMk/>
            <pc:sldMk cId="2531440864" sldId="257"/>
            <ac:picMk id="10" creationId="{CBC53128-930D-7768-248E-96213A951EAD}"/>
          </ac:picMkLst>
        </pc:picChg>
      </pc:sldChg>
      <pc:sldChg chg="addSp delSp modSp new mod modClrScheme chgLayout">
        <pc:chgData name="Filip Brutovský" userId="S::xbrutovskyf@stuba.sk::c01b95bd-2f38-4bc3-ab7a-bd0d5879bbde" providerId="AD" clId="Web-{4E22C2D1-7AA2-1672-AD6F-50A32F28A7C3}" dt="2025-10-31T22:20:59.245" v="322"/>
        <pc:sldMkLst>
          <pc:docMk/>
          <pc:sldMk cId="2804351307" sldId="258"/>
        </pc:sldMkLst>
        <pc:spChg chg="mod ord">
          <ac:chgData name="Filip Brutovský" userId="S::xbrutovskyf@stuba.sk::c01b95bd-2f38-4bc3-ab7a-bd0d5879bbde" providerId="AD" clId="Web-{4E22C2D1-7AA2-1672-AD6F-50A32F28A7C3}" dt="2025-10-31T22:19:07.680" v="297" actId="20577"/>
          <ac:spMkLst>
            <pc:docMk/>
            <pc:sldMk cId="2804351307" sldId="258"/>
            <ac:spMk id="2" creationId="{6AD13CC7-2E05-DD49-81CC-15C244B66923}"/>
          </ac:spMkLst>
        </pc:spChg>
        <pc:spChg chg="del mod">
          <ac:chgData name="Filip Brutovský" userId="S::xbrutovskyf@stuba.sk::c01b95bd-2f38-4bc3-ab7a-bd0d5879bbde" providerId="AD" clId="Web-{4E22C2D1-7AA2-1672-AD6F-50A32F28A7C3}" dt="2025-10-31T22:08:28.443" v="218"/>
          <ac:spMkLst>
            <pc:docMk/>
            <pc:sldMk cId="2804351307" sldId="258"/>
            <ac:spMk id="3" creationId="{D50474EC-D8C1-3890-CA7A-6FDB741058D4}"/>
          </ac:spMkLst>
        </pc:spChg>
        <pc:spChg chg="add mod">
          <ac:chgData name="Filip Brutovský" userId="S::xbrutovskyf@stuba.sk::c01b95bd-2f38-4bc3-ab7a-bd0d5879bbde" providerId="AD" clId="Web-{4E22C2D1-7AA2-1672-AD6F-50A32F28A7C3}" dt="2025-10-31T22:20:21.057" v="313" actId="20577"/>
          <ac:spMkLst>
            <pc:docMk/>
            <pc:sldMk cId="2804351307" sldId="258"/>
            <ac:spMk id="5" creationId="{7EB881CD-7DCD-E5FD-9DBA-CD8ECD11EEAB}"/>
          </ac:spMkLst>
        </pc:spChg>
        <pc:spChg chg="add mod">
          <ac:chgData name="Filip Brutovský" userId="S::xbrutovskyf@stuba.sk::c01b95bd-2f38-4bc3-ab7a-bd0d5879bbde" providerId="AD" clId="Web-{4E22C2D1-7AA2-1672-AD6F-50A32F28A7C3}" dt="2025-10-31T22:19:58.713" v="309" actId="1076"/>
          <ac:spMkLst>
            <pc:docMk/>
            <pc:sldMk cId="2804351307" sldId="258"/>
            <ac:spMk id="7" creationId="{8451F3AB-DFCE-3D95-6A20-EB1291F74B90}"/>
          </ac:spMkLst>
        </pc:spChg>
        <pc:spChg chg="add del mod ord">
          <ac:chgData name="Filip Brutovský" userId="S::xbrutovskyf@stuba.sk::c01b95bd-2f38-4bc3-ab7a-bd0d5879bbde" providerId="AD" clId="Web-{4E22C2D1-7AA2-1672-AD6F-50A32F28A7C3}" dt="2025-10-31T22:18:16.897" v="287"/>
          <ac:spMkLst>
            <pc:docMk/>
            <pc:sldMk cId="2804351307" sldId="258"/>
            <ac:spMk id="8" creationId="{131CA770-F30D-6EE7-4428-C4FD37904BD3}"/>
          </ac:spMkLst>
        </pc:spChg>
        <pc:spChg chg="add del mod ord">
          <ac:chgData name="Filip Brutovský" userId="S::xbrutovskyf@stuba.sk::c01b95bd-2f38-4bc3-ab7a-bd0d5879bbde" providerId="AD" clId="Web-{4E22C2D1-7AA2-1672-AD6F-50A32F28A7C3}" dt="2025-10-31T22:18:18.991" v="289"/>
          <ac:spMkLst>
            <pc:docMk/>
            <pc:sldMk cId="2804351307" sldId="258"/>
            <ac:spMk id="9" creationId="{3E41229B-B6BC-236B-8053-5471B82B0779}"/>
          </ac:spMkLst>
        </pc:spChg>
        <pc:spChg chg="add mod ord">
          <ac:chgData name="Filip Brutovský" userId="S::xbrutovskyf@stuba.sk::c01b95bd-2f38-4bc3-ab7a-bd0d5879bbde" providerId="AD" clId="Web-{4E22C2D1-7AA2-1672-AD6F-50A32F28A7C3}" dt="2025-10-31T22:20:30.510" v="315"/>
          <ac:spMkLst>
            <pc:docMk/>
            <pc:sldMk cId="2804351307" sldId="258"/>
            <ac:spMk id="10" creationId="{D1BFEDB5-3E60-87CD-0E0E-9E9B21F6B839}"/>
          </ac:spMkLst>
        </pc:spChg>
        <pc:spChg chg="add mod ord">
          <ac:chgData name="Filip Brutovský" userId="S::xbrutovskyf@stuba.sk::c01b95bd-2f38-4bc3-ab7a-bd0d5879bbde" providerId="AD" clId="Web-{4E22C2D1-7AA2-1672-AD6F-50A32F28A7C3}" dt="2025-10-31T22:20:59.245" v="322"/>
          <ac:spMkLst>
            <pc:docMk/>
            <pc:sldMk cId="2804351307" sldId="258"/>
            <ac:spMk id="11" creationId="{642E509A-E60E-D510-2C89-6DA3A9658468}"/>
          </ac:spMkLst>
        </pc:spChg>
      </pc:sldChg>
      <pc:sldChg chg="delSp modSp new">
        <pc:chgData name="Filip Brutovský" userId="S::xbrutovskyf@stuba.sk::c01b95bd-2f38-4bc3-ab7a-bd0d5879bbde" providerId="AD" clId="Web-{4E22C2D1-7AA2-1672-AD6F-50A32F28A7C3}" dt="2025-10-31T22:21:55.825" v="337"/>
        <pc:sldMkLst>
          <pc:docMk/>
          <pc:sldMk cId="777676095" sldId="259"/>
        </pc:sldMkLst>
        <pc:spChg chg="mod">
          <ac:chgData name="Filip Brutovský" userId="S::xbrutovskyf@stuba.sk::c01b95bd-2f38-4bc3-ab7a-bd0d5879bbde" providerId="AD" clId="Web-{4E22C2D1-7AA2-1672-AD6F-50A32F28A7C3}" dt="2025-10-31T22:21:49.465" v="336" actId="20577"/>
          <ac:spMkLst>
            <pc:docMk/>
            <pc:sldMk cId="777676095" sldId="259"/>
            <ac:spMk id="2" creationId="{B9FF7F23-A36A-0E48-58F7-BA5B39865D58}"/>
          </ac:spMkLst>
        </pc:spChg>
        <pc:spChg chg="del">
          <ac:chgData name="Filip Brutovský" userId="S::xbrutovskyf@stuba.sk::c01b95bd-2f38-4bc3-ab7a-bd0d5879bbde" providerId="AD" clId="Web-{4E22C2D1-7AA2-1672-AD6F-50A32F28A7C3}" dt="2025-10-31T22:21:55.825" v="337"/>
          <ac:spMkLst>
            <pc:docMk/>
            <pc:sldMk cId="777676095" sldId="259"/>
            <ac:spMk id="4" creationId="{8E436F4E-A50B-C69F-F2F5-CBCCF33F7A94}"/>
          </ac:spMkLst>
        </pc:spChg>
      </pc:sldChg>
      <pc:sldChg chg="new del">
        <pc:chgData name="Filip Brutovský" userId="S::xbrutovskyf@stuba.sk::c01b95bd-2f38-4bc3-ab7a-bd0d5879bbde" providerId="AD" clId="Web-{4E22C2D1-7AA2-1672-AD6F-50A32F28A7C3}" dt="2025-10-31T22:10:34.564" v="228"/>
        <pc:sldMkLst>
          <pc:docMk/>
          <pc:sldMk cId="3151703426" sldId="259"/>
        </pc:sldMkLst>
      </pc:sldChg>
      <pc:sldChg chg="modSp new">
        <pc:chgData name="Filip Brutovský" userId="S::xbrutovskyf@stuba.sk::c01b95bd-2f38-4bc3-ab7a-bd0d5879bbde" providerId="AD" clId="Web-{4E22C2D1-7AA2-1672-AD6F-50A32F28A7C3}" dt="2025-10-31T22:30:25.380" v="360" actId="20577"/>
        <pc:sldMkLst>
          <pc:docMk/>
          <pc:sldMk cId="2169270191" sldId="260"/>
        </pc:sldMkLst>
        <pc:spChg chg="mod">
          <ac:chgData name="Filip Brutovský" userId="S::xbrutovskyf@stuba.sk::c01b95bd-2f38-4bc3-ab7a-bd0d5879bbde" providerId="AD" clId="Web-{4E22C2D1-7AA2-1672-AD6F-50A32F28A7C3}" dt="2025-10-31T22:29:46.422" v="352" actId="20577"/>
          <ac:spMkLst>
            <pc:docMk/>
            <pc:sldMk cId="2169270191" sldId="260"/>
            <ac:spMk id="2" creationId="{407A31F9-4B07-90F5-C2A8-60DBBA0E1ED0}"/>
          </ac:spMkLst>
        </pc:spChg>
        <pc:spChg chg="mod">
          <ac:chgData name="Filip Brutovský" userId="S::xbrutovskyf@stuba.sk::c01b95bd-2f38-4bc3-ab7a-bd0d5879bbde" providerId="AD" clId="Web-{4E22C2D1-7AA2-1672-AD6F-50A32F28A7C3}" dt="2025-10-31T22:30:25.380" v="360" actId="20577"/>
          <ac:spMkLst>
            <pc:docMk/>
            <pc:sldMk cId="2169270191" sldId="260"/>
            <ac:spMk id="3" creationId="{E168E864-DB4A-B831-148C-7FCEBB1435B6}"/>
          </ac:spMkLst>
        </pc:spChg>
      </pc:sldChg>
    </pc:docChg>
  </pc:docChgLst>
  <pc:docChgLst>
    <pc:chgData name="Filip Brutovský" userId="c01b95bd-2f38-4bc3-ab7a-bd0d5879bbde" providerId="ADAL" clId="{238375D4-38FF-4F09-9843-C6448D470409}"/>
    <pc:docChg chg="undo custSel addSld delSld modSld">
      <pc:chgData name="Filip Brutovský" userId="c01b95bd-2f38-4bc3-ab7a-bd0d5879bbde" providerId="ADAL" clId="{238375D4-38FF-4F09-9843-C6448D470409}" dt="2025-11-01T15:36:43.768" v="1148" actId="122"/>
      <pc:docMkLst>
        <pc:docMk/>
      </pc:docMkLst>
      <pc:sldChg chg="addSp delSp modSp mod">
        <pc:chgData name="Filip Brutovský" userId="c01b95bd-2f38-4bc3-ab7a-bd0d5879bbde" providerId="ADAL" clId="{238375D4-38FF-4F09-9843-C6448D470409}" dt="2025-11-01T13:39:20.756" v="1013" actId="1076"/>
        <pc:sldMkLst>
          <pc:docMk/>
          <pc:sldMk cId="109857222" sldId="256"/>
        </pc:sldMkLst>
        <pc:spChg chg="add mod ord">
          <ac:chgData name="Filip Brutovský" userId="c01b95bd-2f38-4bc3-ab7a-bd0d5879bbde" providerId="ADAL" clId="{238375D4-38FF-4F09-9843-C6448D470409}" dt="2025-11-01T13:39:20.756" v="1013" actId="1076"/>
          <ac:spMkLst>
            <pc:docMk/>
            <pc:sldMk cId="109857222" sldId="256"/>
            <ac:spMk id="4" creationId="{79D1CCA8-8580-D81B-600B-B527AC5B2C49}"/>
          </ac:spMkLst>
        </pc:spChg>
        <pc:picChg chg="del">
          <ac:chgData name="Filip Brutovský" userId="c01b95bd-2f38-4bc3-ab7a-bd0d5879bbde" providerId="ADAL" clId="{238375D4-38FF-4F09-9843-C6448D470409}" dt="2025-11-01T13:35:30.514" v="1003" actId="478"/>
          <ac:picMkLst>
            <pc:docMk/>
            <pc:sldMk cId="109857222" sldId="256"/>
            <ac:picMk id="5" creationId="{79F68C85-8622-B272-2C11-28643E76B36D}"/>
          </ac:picMkLst>
        </pc:picChg>
      </pc:sldChg>
      <pc:sldChg chg="addSp delSp modSp mod">
        <pc:chgData name="Filip Brutovský" userId="c01b95bd-2f38-4bc3-ab7a-bd0d5879bbde" providerId="ADAL" clId="{238375D4-38FF-4F09-9843-C6448D470409}" dt="2025-11-01T12:43:13.603" v="722" actId="21"/>
        <pc:sldMkLst>
          <pc:docMk/>
          <pc:sldMk cId="2804351307" sldId="258"/>
        </pc:sldMkLst>
        <pc:spChg chg="add del mod">
          <ac:chgData name="Filip Brutovský" userId="c01b95bd-2f38-4bc3-ab7a-bd0d5879bbde" providerId="ADAL" clId="{238375D4-38FF-4F09-9843-C6448D470409}" dt="2025-11-01T12:43:13.603" v="722" actId="21"/>
          <ac:spMkLst>
            <pc:docMk/>
            <pc:sldMk cId="2804351307" sldId="258"/>
            <ac:spMk id="11" creationId="{642E509A-E60E-D510-2C89-6DA3A9658468}"/>
          </ac:spMkLst>
        </pc:spChg>
      </pc:sldChg>
      <pc:sldChg chg="addSp delSp modSp mod">
        <pc:chgData name="Filip Brutovský" userId="c01b95bd-2f38-4bc3-ab7a-bd0d5879bbde" providerId="ADAL" clId="{238375D4-38FF-4F09-9843-C6448D470409}" dt="2025-11-01T13:52:29.998" v="1081" actId="1076"/>
        <pc:sldMkLst>
          <pc:docMk/>
          <pc:sldMk cId="777676095" sldId="259"/>
        </pc:sldMkLst>
        <pc:spChg chg="mod">
          <ac:chgData name="Filip Brutovský" userId="c01b95bd-2f38-4bc3-ab7a-bd0d5879bbde" providerId="ADAL" clId="{238375D4-38FF-4F09-9843-C6448D470409}" dt="2025-11-01T13:52:29.998" v="1081" actId="1076"/>
          <ac:spMkLst>
            <pc:docMk/>
            <pc:sldMk cId="777676095" sldId="259"/>
            <ac:spMk id="2" creationId="{B9FF7F23-A36A-0E48-58F7-BA5B39865D58}"/>
          </ac:spMkLst>
        </pc:spChg>
        <pc:spChg chg="mod">
          <ac:chgData name="Filip Brutovský" userId="c01b95bd-2f38-4bc3-ab7a-bd0d5879bbde" providerId="ADAL" clId="{238375D4-38FF-4F09-9843-C6448D470409}" dt="2025-11-01T13:52:25.523" v="1080" actId="1076"/>
          <ac:spMkLst>
            <pc:docMk/>
            <pc:sldMk cId="777676095" sldId="259"/>
            <ac:spMk id="3" creationId="{A09E401B-16FE-6C56-08A9-A103A7E3D010}"/>
          </ac:spMkLst>
        </pc:spChg>
        <pc:spChg chg="add mod ord">
          <ac:chgData name="Filip Brutovský" userId="c01b95bd-2f38-4bc3-ab7a-bd0d5879bbde" providerId="ADAL" clId="{238375D4-38FF-4F09-9843-C6448D470409}" dt="2025-11-01T13:52:25.523" v="1080" actId="1076"/>
          <ac:spMkLst>
            <pc:docMk/>
            <pc:sldMk cId="777676095" sldId="259"/>
            <ac:spMk id="7" creationId="{DE1F3EC6-CE70-BB91-4817-D0CDE8881FAC}"/>
          </ac:spMkLst>
        </pc:spChg>
        <pc:graphicFrameChg chg="add del mod">
          <ac:chgData name="Filip Brutovský" userId="c01b95bd-2f38-4bc3-ab7a-bd0d5879bbde" providerId="ADAL" clId="{238375D4-38FF-4F09-9843-C6448D470409}" dt="2025-11-01T12:47:03.162" v="737" actId="478"/>
          <ac:graphicFrameMkLst>
            <pc:docMk/>
            <pc:sldMk cId="777676095" sldId="259"/>
            <ac:graphicFrameMk id="4" creationId="{5EA4FC0C-3F54-B277-D1A3-25C68E1487B1}"/>
          </ac:graphicFrameMkLst>
        </pc:graphicFrameChg>
        <pc:picChg chg="add del mod">
          <ac:chgData name="Filip Brutovský" userId="c01b95bd-2f38-4bc3-ab7a-bd0d5879bbde" providerId="ADAL" clId="{238375D4-38FF-4F09-9843-C6448D470409}" dt="2025-11-01T12:47:53.248" v="741" actId="478"/>
          <ac:picMkLst>
            <pc:docMk/>
            <pc:sldMk cId="777676095" sldId="259"/>
            <ac:picMk id="6" creationId="{F0DAA177-A800-D5F6-E91C-2DF64A1DB288}"/>
          </ac:picMkLst>
        </pc:picChg>
      </pc:sldChg>
      <pc:sldChg chg="addSp delSp modSp mod">
        <pc:chgData name="Filip Brutovský" userId="c01b95bd-2f38-4bc3-ab7a-bd0d5879bbde" providerId="ADAL" clId="{238375D4-38FF-4F09-9843-C6448D470409}" dt="2025-11-01T08:06:11.945" v="34" actId="207"/>
        <pc:sldMkLst>
          <pc:docMk/>
          <pc:sldMk cId="2169270191" sldId="260"/>
        </pc:sldMkLst>
        <pc:spChg chg="mod">
          <ac:chgData name="Filip Brutovský" userId="c01b95bd-2f38-4bc3-ab7a-bd0d5879bbde" providerId="ADAL" clId="{238375D4-38FF-4F09-9843-C6448D470409}" dt="2025-11-01T08:05:44.153" v="27" actId="1076"/>
          <ac:spMkLst>
            <pc:docMk/>
            <pc:sldMk cId="2169270191" sldId="260"/>
            <ac:spMk id="2" creationId="{407A31F9-4B07-90F5-C2A8-60DBBA0E1ED0}"/>
          </ac:spMkLst>
        </pc:spChg>
        <pc:spChg chg="mod">
          <ac:chgData name="Filip Brutovský" userId="c01b95bd-2f38-4bc3-ab7a-bd0d5879bbde" providerId="ADAL" clId="{238375D4-38FF-4F09-9843-C6448D470409}" dt="2025-11-01T08:06:11.945" v="34" actId="207"/>
          <ac:spMkLst>
            <pc:docMk/>
            <pc:sldMk cId="2169270191" sldId="260"/>
            <ac:spMk id="3" creationId="{E168E864-DB4A-B831-148C-7FCEBB1435B6}"/>
          </ac:spMkLst>
        </pc:spChg>
        <pc:spChg chg="del">
          <ac:chgData name="Filip Brutovský" userId="c01b95bd-2f38-4bc3-ab7a-bd0d5879bbde" providerId="ADAL" clId="{238375D4-38FF-4F09-9843-C6448D470409}" dt="2025-11-01T08:05:19.438" v="22" actId="478"/>
          <ac:spMkLst>
            <pc:docMk/>
            <pc:sldMk cId="2169270191" sldId="260"/>
            <ac:spMk id="4" creationId="{A394B83D-653B-2E33-2F44-7640A8C905F7}"/>
          </ac:spMkLst>
        </pc:spChg>
        <pc:spChg chg="add mod ord">
          <ac:chgData name="Filip Brutovský" userId="c01b95bd-2f38-4bc3-ab7a-bd0d5879bbde" providerId="ADAL" clId="{238375D4-38FF-4F09-9843-C6448D470409}" dt="2025-11-01T08:06:06.267" v="33" actId="1076"/>
          <ac:spMkLst>
            <pc:docMk/>
            <pc:sldMk cId="2169270191" sldId="260"/>
            <ac:spMk id="5" creationId="{46386F31-F8DD-DE17-CD18-97FAFC007A26}"/>
          </ac:spMkLst>
        </pc:spChg>
      </pc:sldChg>
      <pc:sldChg chg="addSp delSp modSp new mod">
        <pc:chgData name="Filip Brutovský" userId="c01b95bd-2f38-4bc3-ab7a-bd0d5879bbde" providerId="ADAL" clId="{238375D4-38FF-4F09-9843-C6448D470409}" dt="2025-11-01T13:53:57.019" v="1090" actId="14100"/>
        <pc:sldMkLst>
          <pc:docMk/>
          <pc:sldMk cId="4231407918" sldId="261"/>
        </pc:sldMkLst>
        <pc:spChg chg="mod">
          <ac:chgData name="Filip Brutovský" userId="c01b95bd-2f38-4bc3-ab7a-bd0d5879bbde" providerId="ADAL" clId="{238375D4-38FF-4F09-9843-C6448D470409}" dt="2025-11-01T08:31:10.692" v="417" actId="114"/>
          <ac:spMkLst>
            <pc:docMk/>
            <pc:sldMk cId="4231407918" sldId="261"/>
            <ac:spMk id="2" creationId="{96D99962-3DEC-CDA9-9626-C59CE4A20D09}"/>
          </ac:spMkLst>
        </pc:spChg>
        <pc:spChg chg="mod">
          <ac:chgData name="Filip Brutovský" userId="c01b95bd-2f38-4bc3-ab7a-bd0d5879bbde" providerId="ADAL" clId="{238375D4-38FF-4F09-9843-C6448D470409}" dt="2025-11-01T08:28:44.007" v="378" actId="2711"/>
          <ac:spMkLst>
            <pc:docMk/>
            <pc:sldMk cId="4231407918" sldId="261"/>
            <ac:spMk id="3" creationId="{08E9B6CC-CFE4-AA5E-AB41-34B914D62417}"/>
          </ac:spMkLst>
        </pc:spChg>
        <pc:spChg chg="del mod">
          <ac:chgData name="Filip Brutovský" userId="c01b95bd-2f38-4bc3-ab7a-bd0d5879bbde" providerId="ADAL" clId="{238375D4-38FF-4F09-9843-C6448D470409}" dt="2025-11-01T08:23:29.152" v="289" actId="478"/>
          <ac:spMkLst>
            <pc:docMk/>
            <pc:sldMk cId="4231407918" sldId="261"/>
            <ac:spMk id="4" creationId="{4F66C5A2-EC5C-2434-8A60-08BDF6068489}"/>
          </ac:spMkLst>
        </pc:spChg>
        <pc:spChg chg="add del mod">
          <ac:chgData name="Filip Brutovský" userId="c01b95bd-2f38-4bc3-ab7a-bd0d5879bbde" providerId="ADAL" clId="{238375D4-38FF-4F09-9843-C6448D470409}" dt="2025-11-01T08:23:33.010" v="290" actId="478"/>
          <ac:spMkLst>
            <pc:docMk/>
            <pc:sldMk cId="4231407918" sldId="261"/>
            <ac:spMk id="6" creationId="{7A090C2E-624E-44EF-0F10-9E285724564B}"/>
          </ac:spMkLst>
        </pc:spChg>
        <pc:spChg chg="add del mod">
          <ac:chgData name="Filip Brutovský" userId="c01b95bd-2f38-4bc3-ab7a-bd0d5879bbde" providerId="ADAL" clId="{238375D4-38FF-4F09-9843-C6448D470409}" dt="2025-11-01T08:24:26.613" v="295" actId="478"/>
          <ac:spMkLst>
            <pc:docMk/>
            <pc:sldMk cId="4231407918" sldId="261"/>
            <ac:spMk id="9" creationId="{6ACAC9D1-092B-A411-B680-FAC03B1BBAA6}"/>
          </ac:spMkLst>
        </pc:spChg>
        <pc:spChg chg="add mod">
          <ac:chgData name="Filip Brutovský" userId="c01b95bd-2f38-4bc3-ab7a-bd0d5879bbde" providerId="ADAL" clId="{238375D4-38FF-4F09-9843-C6448D470409}" dt="2025-11-01T13:53:37.778" v="1086" actId="1076"/>
          <ac:spMkLst>
            <pc:docMk/>
            <pc:sldMk cId="4231407918" sldId="261"/>
            <ac:spMk id="10" creationId="{CA6F6F57-D6CD-7A74-A1C8-BA60C46E3B5B}"/>
          </ac:spMkLst>
        </pc:spChg>
        <pc:spChg chg="add mod">
          <ac:chgData name="Filip Brutovský" userId="c01b95bd-2f38-4bc3-ab7a-bd0d5879bbde" providerId="ADAL" clId="{238375D4-38FF-4F09-9843-C6448D470409}" dt="2025-11-01T13:53:34.892" v="1085" actId="1076"/>
          <ac:spMkLst>
            <pc:docMk/>
            <pc:sldMk cId="4231407918" sldId="261"/>
            <ac:spMk id="11" creationId="{08483045-E83D-1F94-D097-7587DBD34D3E}"/>
          </ac:spMkLst>
        </pc:spChg>
        <pc:spChg chg="add mod">
          <ac:chgData name="Filip Brutovský" userId="c01b95bd-2f38-4bc3-ab7a-bd0d5879bbde" providerId="ADAL" clId="{238375D4-38FF-4F09-9843-C6448D470409}" dt="2025-11-01T13:53:34.892" v="1085" actId="1076"/>
          <ac:spMkLst>
            <pc:docMk/>
            <pc:sldMk cId="4231407918" sldId="261"/>
            <ac:spMk id="12" creationId="{2F3894DA-16CD-BCF3-9F14-FE22B7F83F5B}"/>
          </ac:spMkLst>
        </pc:spChg>
        <pc:spChg chg="add mod">
          <ac:chgData name="Filip Brutovský" userId="c01b95bd-2f38-4bc3-ab7a-bd0d5879bbde" providerId="ADAL" clId="{238375D4-38FF-4F09-9843-C6448D470409}" dt="2025-11-01T08:28:11.681" v="368" actId="20577"/>
          <ac:spMkLst>
            <pc:docMk/>
            <pc:sldMk cId="4231407918" sldId="261"/>
            <ac:spMk id="13" creationId="{BE612EEF-4079-9C7A-34C7-891C863680A5}"/>
          </ac:spMkLst>
        </pc:spChg>
        <pc:spChg chg="add mod">
          <ac:chgData name="Filip Brutovský" userId="c01b95bd-2f38-4bc3-ab7a-bd0d5879bbde" providerId="ADAL" clId="{238375D4-38FF-4F09-9843-C6448D470409}" dt="2025-11-01T08:28:13.947" v="369" actId="20577"/>
          <ac:spMkLst>
            <pc:docMk/>
            <pc:sldMk cId="4231407918" sldId="261"/>
            <ac:spMk id="14" creationId="{23BF5C75-B15B-0CD9-0E4A-C6D6233372D6}"/>
          </ac:spMkLst>
        </pc:spChg>
        <pc:spChg chg="add mod">
          <ac:chgData name="Filip Brutovský" userId="c01b95bd-2f38-4bc3-ab7a-bd0d5879bbde" providerId="ADAL" clId="{238375D4-38FF-4F09-9843-C6448D470409}" dt="2025-11-01T08:28:16.284" v="370" actId="20577"/>
          <ac:spMkLst>
            <pc:docMk/>
            <pc:sldMk cId="4231407918" sldId="261"/>
            <ac:spMk id="15" creationId="{098AD031-715A-45FB-A7BB-03592EB527F0}"/>
          </ac:spMkLst>
        </pc:spChg>
        <pc:spChg chg="add mod">
          <ac:chgData name="Filip Brutovský" userId="c01b95bd-2f38-4bc3-ab7a-bd0d5879bbde" providerId="ADAL" clId="{238375D4-38FF-4F09-9843-C6448D470409}" dt="2025-11-01T08:28:23.487" v="375" actId="20577"/>
          <ac:spMkLst>
            <pc:docMk/>
            <pc:sldMk cId="4231407918" sldId="261"/>
            <ac:spMk id="16" creationId="{34C7A33B-F22E-719D-88FA-E4906F8C5413}"/>
          </ac:spMkLst>
        </pc:spChg>
        <pc:spChg chg="add mod">
          <ac:chgData name="Filip Brutovský" userId="c01b95bd-2f38-4bc3-ab7a-bd0d5879bbde" providerId="ADAL" clId="{238375D4-38FF-4F09-9843-C6448D470409}" dt="2025-11-01T08:28:25.810" v="376" actId="20577"/>
          <ac:spMkLst>
            <pc:docMk/>
            <pc:sldMk cId="4231407918" sldId="261"/>
            <ac:spMk id="17" creationId="{211C18CA-7B3B-2CAD-C913-D31ED46A3A0C}"/>
          </ac:spMkLst>
        </pc:spChg>
        <pc:spChg chg="add mod">
          <ac:chgData name="Filip Brutovský" userId="c01b95bd-2f38-4bc3-ab7a-bd0d5879bbde" providerId="ADAL" clId="{238375D4-38FF-4F09-9843-C6448D470409}" dt="2025-11-01T13:53:34.892" v="1085" actId="1076"/>
          <ac:spMkLst>
            <pc:docMk/>
            <pc:sldMk cId="4231407918" sldId="261"/>
            <ac:spMk id="18" creationId="{938DEF21-6155-8262-31C6-890C4479B18E}"/>
          </ac:spMkLst>
        </pc:spChg>
        <pc:spChg chg="add del mod">
          <ac:chgData name="Filip Brutovský" userId="c01b95bd-2f38-4bc3-ab7a-bd0d5879bbde" providerId="ADAL" clId="{238375D4-38FF-4F09-9843-C6448D470409}" dt="2025-11-01T08:29:55.168" v="392" actId="478"/>
          <ac:spMkLst>
            <pc:docMk/>
            <pc:sldMk cId="4231407918" sldId="261"/>
            <ac:spMk id="19" creationId="{C0389CA5-DA03-1720-734F-5FBF808D4444}"/>
          </ac:spMkLst>
        </pc:spChg>
        <pc:spChg chg="add mod">
          <ac:chgData name="Filip Brutovský" userId="c01b95bd-2f38-4bc3-ab7a-bd0d5879bbde" providerId="ADAL" clId="{238375D4-38FF-4F09-9843-C6448D470409}" dt="2025-11-01T13:53:40.671" v="1087" actId="1076"/>
          <ac:spMkLst>
            <pc:docMk/>
            <pc:sldMk cId="4231407918" sldId="261"/>
            <ac:spMk id="20" creationId="{0C10D36D-22AC-E4A4-0481-A428F3F24B6F}"/>
          </ac:spMkLst>
        </pc:spChg>
        <pc:cxnChg chg="add mod">
          <ac:chgData name="Filip Brutovský" userId="c01b95bd-2f38-4bc3-ab7a-bd0d5879bbde" providerId="ADAL" clId="{238375D4-38FF-4F09-9843-C6448D470409}" dt="2025-11-01T13:53:57.019" v="1090" actId="14100"/>
          <ac:cxnSpMkLst>
            <pc:docMk/>
            <pc:sldMk cId="4231407918" sldId="261"/>
            <ac:cxnSpMk id="8" creationId="{ACF5E46D-CBE2-D4FC-61E3-9BA6022B4335}"/>
          </ac:cxnSpMkLst>
        </pc:cxnChg>
      </pc:sldChg>
      <pc:sldChg chg="addSp delSp modSp new mod">
        <pc:chgData name="Filip Brutovský" userId="c01b95bd-2f38-4bc3-ab7a-bd0d5879bbde" providerId="ADAL" clId="{238375D4-38FF-4F09-9843-C6448D470409}" dt="2025-11-01T13:26:51.202" v="959" actId="1076"/>
        <pc:sldMkLst>
          <pc:docMk/>
          <pc:sldMk cId="30679057" sldId="262"/>
        </pc:sldMkLst>
        <pc:spChg chg="mod">
          <ac:chgData name="Filip Brutovský" userId="c01b95bd-2f38-4bc3-ab7a-bd0d5879bbde" providerId="ADAL" clId="{238375D4-38FF-4F09-9843-C6448D470409}" dt="2025-11-01T13:11:54.207" v="784" actId="20577"/>
          <ac:spMkLst>
            <pc:docMk/>
            <pc:sldMk cId="30679057" sldId="262"/>
            <ac:spMk id="2" creationId="{28BA203B-C4FC-D158-4E50-07C9FD277DAD}"/>
          </ac:spMkLst>
        </pc:spChg>
        <pc:spChg chg="mod">
          <ac:chgData name="Filip Brutovský" userId="c01b95bd-2f38-4bc3-ab7a-bd0d5879bbde" providerId="ADAL" clId="{238375D4-38FF-4F09-9843-C6448D470409}" dt="2025-11-01T13:22:42.731" v="947" actId="20577"/>
          <ac:spMkLst>
            <pc:docMk/>
            <pc:sldMk cId="30679057" sldId="262"/>
            <ac:spMk id="3" creationId="{270159EE-236E-A238-2D04-BDD94280447E}"/>
          </ac:spMkLst>
        </pc:spChg>
        <pc:spChg chg="del mod">
          <ac:chgData name="Filip Brutovský" userId="c01b95bd-2f38-4bc3-ab7a-bd0d5879bbde" providerId="ADAL" clId="{238375D4-38FF-4F09-9843-C6448D470409}" dt="2025-11-01T13:26:36.559" v="952" actId="478"/>
          <ac:spMkLst>
            <pc:docMk/>
            <pc:sldMk cId="30679057" sldId="262"/>
            <ac:spMk id="4" creationId="{4C966E58-C65E-09F8-4F05-90F43415522E}"/>
          </ac:spMkLst>
        </pc:spChg>
        <pc:spChg chg="add del mod">
          <ac:chgData name="Filip Brutovský" userId="c01b95bd-2f38-4bc3-ab7a-bd0d5879bbde" providerId="ADAL" clId="{238375D4-38FF-4F09-9843-C6448D470409}" dt="2025-11-01T13:26:35.845" v="951" actId="478"/>
          <ac:spMkLst>
            <pc:docMk/>
            <pc:sldMk cId="30679057" sldId="262"/>
            <ac:spMk id="5" creationId="{2CE7901C-0A1F-5815-E73B-89382F8F3FBC}"/>
          </ac:spMkLst>
        </pc:spChg>
        <pc:spChg chg="add del mod">
          <ac:chgData name="Filip Brutovský" userId="c01b95bd-2f38-4bc3-ab7a-bd0d5879bbde" providerId="ADAL" clId="{238375D4-38FF-4F09-9843-C6448D470409}" dt="2025-11-01T13:26:39.345" v="953" actId="478"/>
          <ac:spMkLst>
            <pc:docMk/>
            <pc:sldMk cId="30679057" sldId="262"/>
            <ac:spMk id="9" creationId="{0F255D2C-D1FF-B9C9-9D72-4AAAE9067137}"/>
          </ac:spMkLst>
        </pc:spChg>
        <pc:picChg chg="add mod">
          <ac:chgData name="Filip Brutovský" userId="c01b95bd-2f38-4bc3-ab7a-bd0d5879bbde" providerId="ADAL" clId="{238375D4-38FF-4F09-9843-C6448D470409}" dt="2025-11-01T13:26:51.202" v="959" actId="1076"/>
          <ac:picMkLst>
            <pc:docMk/>
            <pc:sldMk cId="30679057" sldId="262"/>
            <ac:picMk id="7" creationId="{1F5A5096-36DE-0908-B2BA-CA7F1D80D287}"/>
          </ac:picMkLst>
        </pc:picChg>
      </pc:sldChg>
      <pc:sldChg chg="addSp delSp modSp new mod">
        <pc:chgData name="Filip Brutovský" userId="c01b95bd-2f38-4bc3-ab7a-bd0d5879bbde" providerId="ADAL" clId="{238375D4-38FF-4F09-9843-C6448D470409}" dt="2025-11-01T12:44:10.349" v="733" actId="1076"/>
        <pc:sldMkLst>
          <pc:docMk/>
          <pc:sldMk cId="1480300285" sldId="263"/>
        </pc:sldMkLst>
        <pc:spChg chg="mod">
          <ac:chgData name="Filip Brutovský" userId="c01b95bd-2f38-4bc3-ab7a-bd0d5879bbde" providerId="ADAL" clId="{238375D4-38FF-4F09-9843-C6448D470409}" dt="2025-11-01T12:44:10.349" v="733" actId="1076"/>
          <ac:spMkLst>
            <pc:docMk/>
            <pc:sldMk cId="1480300285" sldId="263"/>
            <ac:spMk id="2" creationId="{0933EB0B-8C47-6293-D80F-6B2278CF6826}"/>
          </ac:spMkLst>
        </pc:spChg>
        <pc:spChg chg="mod">
          <ac:chgData name="Filip Brutovský" userId="c01b95bd-2f38-4bc3-ab7a-bd0d5879bbde" providerId="ADAL" clId="{238375D4-38FF-4F09-9843-C6448D470409}" dt="2025-11-01T12:44:07.307" v="732" actId="1076"/>
          <ac:spMkLst>
            <pc:docMk/>
            <pc:sldMk cId="1480300285" sldId="263"/>
            <ac:spMk id="3" creationId="{8A549535-FB6C-0090-2302-A2D3450254E6}"/>
          </ac:spMkLst>
        </pc:spChg>
        <pc:spChg chg="del">
          <ac:chgData name="Filip Brutovský" userId="c01b95bd-2f38-4bc3-ab7a-bd0d5879bbde" providerId="ADAL" clId="{238375D4-38FF-4F09-9843-C6448D470409}" dt="2025-11-01T12:33:06.833" v="524" actId="478"/>
          <ac:spMkLst>
            <pc:docMk/>
            <pc:sldMk cId="1480300285" sldId="263"/>
            <ac:spMk id="4" creationId="{04BDF68A-83ED-BB9C-77D1-7F4CF6CD80E3}"/>
          </ac:spMkLst>
        </pc:spChg>
        <pc:spChg chg="add mod ord">
          <ac:chgData name="Filip Brutovský" userId="c01b95bd-2f38-4bc3-ab7a-bd0d5879bbde" providerId="ADAL" clId="{238375D4-38FF-4F09-9843-C6448D470409}" dt="2025-11-01T12:44:07.307" v="732" actId="1076"/>
          <ac:spMkLst>
            <pc:docMk/>
            <pc:sldMk cId="1480300285" sldId="263"/>
            <ac:spMk id="5" creationId="{346AD8F4-33E1-1FCE-49D8-A26673384233}"/>
          </ac:spMkLst>
        </pc:spChg>
      </pc:sldChg>
      <pc:sldChg chg="addSp delSp modSp new mod">
        <pc:chgData name="Filip Brutovský" userId="c01b95bd-2f38-4bc3-ab7a-bd0d5879bbde" providerId="ADAL" clId="{238375D4-38FF-4F09-9843-C6448D470409}" dt="2025-11-01T13:14:37.152" v="785" actId="478"/>
        <pc:sldMkLst>
          <pc:docMk/>
          <pc:sldMk cId="1912292435" sldId="264"/>
        </pc:sldMkLst>
        <pc:spChg chg="del">
          <ac:chgData name="Filip Brutovský" userId="c01b95bd-2f38-4bc3-ab7a-bd0d5879bbde" providerId="ADAL" clId="{238375D4-38FF-4F09-9843-C6448D470409}" dt="2025-11-01T12:49:42.275" v="758" actId="478"/>
          <ac:spMkLst>
            <pc:docMk/>
            <pc:sldMk cId="1912292435" sldId="264"/>
            <ac:spMk id="2" creationId="{8EF3E983-BDBA-DCFD-12C4-5934487A43F8}"/>
          </ac:spMkLst>
        </pc:spChg>
        <pc:spChg chg="del">
          <ac:chgData name="Filip Brutovský" userId="c01b95bd-2f38-4bc3-ab7a-bd0d5879bbde" providerId="ADAL" clId="{238375D4-38FF-4F09-9843-C6448D470409}" dt="2025-11-01T13:14:37.152" v="785" actId="478"/>
          <ac:spMkLst>
            <pc:docMk/>
            <pc:sldMk cId="1912292435" sldId="264"/>
            <ac:spMk id="3" creationId="{C211523E-5BB9-766B-F8F4-61327F94AE7A}"/>
          </ac:spMkLst>
        </pc:spChg>
        <pc:spChg chg="del">
          <ac:chgData name="Filip Brutovský" userId="c01b95bd-2f38-4bc3-ab7a-bd0d5879bbde" providerId="ADAL" clId="{238375D4-38FF-4F09-9843-C6448D470409}" dt="2025-11-01T12:49:38.810" v="757" actId="478"/>
          <ac:spMkLst>
            <pc:docMk/>
            <pc:sldMk cId="1912292435" sldId="264"/>
            <ac:spMk id="4" creationId="{59763E2B-87BC-BAFC-AA90-8D9075B5AB28}"/>
          </ac:spMkLst>
        </pc:spChg>
        <pc:grpChg chg="mod">
          <ac:chgData name="Filip Brutovský" userId="c01b95bd-2f38-4bc3-ab7a-bd0d5879bbde" providerId="ADAL" clId="{238375D4-38FF-4F09-9843-C6448D470409}" dt="2025-11-01T12:49:05.154" v="752"/>
          <ac:grpSpMkLst>
            <pc:docMk/>
            <pc:sldMk cId="1912292435" sldId="264"/>
            <ac:grpSpMk id="10" creationId="{C155C2DC-9817-30C7-50FB-F7C82C30B5EC}"/>
          </ac:grpSpMkLst>
        </pc:grpChg>
        <pc:picChg chg="add mod modCrop">
          <ac:chgData name="Filip Brutovský" userId="c01b95bd-2f38-4bc3-ab7a-bd0d5879bbde" providerId="ADAL" clId="{238375D4-38FF-4F09-9843-C6448D470409}" dt="2025-11-01T12:53:14.928" v="769" actId="732"/>
          <ac:picMkLst>
            <pc:docMk/>
            <pc:sldMk cId="1912292435" sldId="264"/>
            <ac:picMk id="5" creationId="{05BB75EC-2B7E-498F-4581-25975B2ED3DB}"/>
          </ac:picMkLst>
        </pc:picChg>
        <pc:picChg chg="add mod ord modCrop">
          <ac:chgData name="Filip Brutovský" userId="c01b95bd-2f38-4bc3-ab7a-bd0d5879bbde" providerId="ADAL" clId="{238375D4-38FF-4F09-9843-C6448D470409}" dt="2025-11-01T12:53:46.085" v="775" actId="167"/>
          <ac:picMkLst>
            <pc:docMk/>
            <pc:sldMk cId="1912292435" sldId="264"/>
            <ac:picMk id="7" creationId="{C76603C3-B9E1-39E0-D4E4-6E2F541ACD58}"/>
          </ac:picMkLst>
        </pc:picChg>
        <pc:inkChg chg="add del mod">
          <ac:chgData name="Filip Brutovský" userId="c01b95bd-2f38-4bc3-ab7a-bd0d5879bbde" providerId="ADAL" clId="{238375D4-38FF-4F09-9843-C6448D470409}" dt="2025-11-01T12:49:05.910" v="753" actId="9405"/>
          <ac:inkMkLst>
            <pc:docMk/>
            <pc:sldMk cId="1912292435" sldId="264"/>
            <ac:inkMk id="8" creationId="{958BF775-B93A-6512-104E-BA262A7E15BC}"/>
          </ac:inkMkLst>
        </pc:inkChg>
        <pc:inkChg chg="add del mod">
          <ac:chgData name="Filip Brutovský" userId="c01b95bd-2f38-4bc3-ab7a-bd0d5879bbde" providerId="ADAL" clId="{238375D4-38FF-4F09-9843-C6448D470409}" dt="2025-11-01T12:49:05.154" v="752"/>
          <ac:inkMkLst>
            <pc:docMk/>
            <pc:sldMk cId="1912292435" sldId="264"/>
            <ac:inkMk id="9" creationId="{F8D19759-4399-A353-E1DB-3AB165A86399}"/>
          </ac:inkMkLst>
        </pc:inkChg>
        <pc:cxnChg chg="add mod">
          <ac:chgData name="Filip Brutovský" userId="c01b95bd-2f38-4bc3-ab7a-bd0d5879bbde" providerId="ADAL" clId="{238375D4-38FF-4F09-9843-C6448D470409}" dt="2025-11-01T12:53:42.991" v="774" actId="1076"/>
          <ac:cxnSpMkLst>
            <pc:docMk/>
            <pc:sldMk cId="1912292435" sldId="264"/>
            <ac:cxnSpMk id="12" creationId="{28059946-4D5C-5F93-20FA-54A24FB8E7CA}"/>
          </ac:cxnSpMkLst>
        </pc:cxnChg>
      </pc:sldChg>
      <pc:sldChg chg="addSp modSp new mod">
        <pc:chgData name="Filip Brutovský" userId="c01b95bd-2f38-4bc3-ab7a-bd0d5879bbde" providerId="ADAL" clId="{238375D4-38FF-4F09-9843-C6448D470409}" dt="2025-11-01T13:20:18.827" v="874" actId="167"/>
        <pc:sldMkLst>
          <pc:docMk/>
          <pc:sldMk cId="809318006" sldId="265"/>
        </pc:sldMkLst>
        <pc:spChg chg="mod">
          <ac:chgData name="Filip Brutovský" userId="c01b95bd-2f38-4bc3-ab7a-bd0d5879bbde" providerId="ADAL" clId="{238375D4-38FF-4F09-9843-C6448D470409}" dt="2025-11-01T13:15:38.005" v="819" actId="1076"/>
          <ac:spMkLst>
            <pc:docMk/>
            <pc:sldMk cId="809318006" sldId="265"/>
            <ac:spMk id="2" creationId="{09D35BAB-A19C-1DF5-6A31-E4C088F6C076}"/>
          </ac:spMkLst>
        </pc:spChg>
        <pc:spChg chg="mod">
          <ac:chgData name="Filip Brutovský" userId="c01b95bd-2f38-4bc3-ab7a-bd0d5879bbde" providerId="ADAL" clId="{238375D4-38FF-4F09-9843-C6448D470409}" dt="2025-11-01T13:20:02.983" v="871" actId="207"/>
          <ac:spMkLst>
            <pc:docMk/>
            <pc:sldMk cId="809318006" sldId="265"/>
            <ac:spMk id="3" creationId="{8756993C-EFED-9C39-AE08-92DA3D4A80D2}"/>
          </ac:spMkLst>
        </pc:spChg>
        <pc:spChg chg="mod">
          <ac:chgData name="Filip Brutovský" userId="c01b95bd-2f38-4bc3-ab7a-bd0d5879bbde" providerId="ADAL" clId="{238375D4-38FF-4F09-9843-C6448D470409}" dt="2025-11-01T13:19:44.112" v="866" actId="1076"/>
          <ac:spMkLst>
            <pc:docMk/>
            <pc:sldMk cId="809318006" sldId="265"/>
            <ac:spMk id="4" creationId="{26DC85DB-C2A7-0E7A-4BC5-CDD8567863B8}"/>
          </ac:spMkLst>
        </pc:spChg>
        <pc:spChg chg="add mod ord">
          <ac:chgData name="Filip Brutovský" userId="c01b95bd-2f38-4bc3-ab7a-bd0d5879bbde" providerId="ADAL" clId="{238375D4-38FF-4F09-9843-C6448D470409}" dt="2025-11-01T13:20:00.135" v="870" actId="167"/>
          <ac:spMkLst>
            <pc:docMk/>
            <pc:sldMk cId="809318006" sldId="265"/>
            <ac:spMk id="5" creationId="{5F632D3F-178C-E00C-5534-1E1C8CCD4FDF}"/>
          </ac:spMkLst>
        </pc:spChg>
        <pc:spChg chg="add mod ord">
          <ac:chgData name="Filip Brutovský" userId="c01b95bd-2f38-4bc3-ab7a-bd0d5879bbde" providerId="ADAL" clId="{238375D4-38FF-4F09-9843-C6448D470409}" dt="2025-11-01T13:20:18.827" v="874" actId="167"/>
          <ac:spMkLst>
            <pc:docMk/>
            <pc:sldMk cId="809318006" sldId="265"/>
            <ac:spMk id="6" creationId="{D1DD0000-75B1-B70D-648D-D8155828489E}"/>
          </ac:spMkLst>
        </pc:spChg>
      </pc:sldChg>
      <pc:sldChg chg="addSp delSp modSp add mod">
        <pc:chgData name="Filip Brutovský" userId="c01b95bd-2f38-4bc3-ab7a-bd0d5879bbde" providerId="ADAL" clId="{238375D4-38FF-4F09-9843-C6448D470409}" dt="2025-11-01T13:30:36.896" v="1002" actId="1076"/>
        <pc:sldMkLst>
          <pc:docMk/>
          <pc:sldMk cId="3487749279" sldId="266"/>
        </pc:sldMkLst>
        <pc:spChg chg="mod">
          <ac:chgData name="Filip Brutovský" userId="c01b95bd-2f38-4bc3-ab7a-bd0d5879bbde" providerId="ADAL" clId="{238375D4-38FF-4F09-9843-C6448D470409}" dt="2025-11-01T13:29:01.139" v="998" actId="20577"/>
          <ac:spMkLst>
            <pc:docMk/>
            <pc:sldMk cId="3487749279" sldId="266"/>
            <ac:spMk id="3" creationId="{36A02F97-B5EB-E87F-79DF-68BD155F9BC9}"/>
          </ac:spMkLst>
        </pc:spChg>
        <pc:picChg chg="add mod">
          <ac:chgData name="Filip Brutovský" userId="c01b95bd-2f38-4bc3-ab7a-bd0d5879bbde" providerId="ADAL" clId="{238375D4-38FF-4F09-9843-C6448D470409}" dt="2025-11-01T13:30:36.896" v="1002" actId="1076"/>
          <ac:picMkLst>
            <pc:docMk/>
            <pc:sldMk cId="3487749279" sldId="266"/>
            <ac:picMk id="5" creationId="{FC21043F-63D3-EE88-1109-E9F2EB4150BB}"/>
          </ac:picMkLst>
        </pc:picChg>
        <pc:picChg chg="del">
          <ac:chgData name="Filip Brutovský" userId="c01b95bd-2f38-4bc3-ab7a-bd0d5879bbde" providerId="ADAL" clId="{238375D4-38FF-4F09-9843-C6448D470409}" dt="2025-11-01T13:29:04.106" v="999" actId="478"/>
          <ac:picMkLst>
            <pc:docMk/>
            <pc:sldMk cId="3487749279" sldId="266"/>
            <ac:picMk id="7" creationId="{B28AC2CD-E338-4F7E-A7BE-278233DBDCB4}"/>
          </ac:picMkLst>
        </pc:picChg>
      </pc:sldChg>
      <pc:sldChg chg="new del">
        <pc:chgData name="Filip Brutovský" userId="c01b95bd-2f38-4bc3-ab7a-bd0d5879bbde" providerId="ADAL" clId="{238375D4-38FF-4F09-9843-C6448D470409}" dt="2025-11-01T13:28:39.664" v="961" actId="47"/>
        <pc:sldMkLst>
          <pc:docMk/>
          <pc:sldMk cId="4038668659" sldId="266"/>
        </pc:sldMkLst>
      </pc:sldChg>
      <pc:sldChg chg="addSp delSp modSp new mod">
        <pc:chgData name="Filip Brutovský" userId="c01b95bd-2f38-4bc3-ab7a-bd0d5879bbde" providerId="ADAL" clId="{238375D4-38FF-4F09-9843-C6448D470409}" dt="2025-11-01T15:07:46.401" v="1092" actId="478"/>
        <pc:sldMkLst>
          <pc:docMk/>
          <pc:sldMk cId="2909726858" sldId="267"/>
        </pc:sldMkLst>
        <pc:spChg chg="del">
          <ac:chgData name="Filip Brutovský" userId="c01b95bd-2f38-4bc3-ab7a-bd0d5879bbde" providerId="ADAL" clId="{238375D4-38FF-4F09-9843-C6448D470409}" dt="2025-11-01T15:07:45.395" v="1091" actId="478"/>
          <ac:spMkLst>
            <pc:docMk/>
            <pc:sldMk cId="2909726858" sldId="267"/>
            <ac:spMk id="2" creationId="{07DF9DCF-E28C-F895-A832-E7E9A96177EA}"/>
          </ac:spMkLst>
        </pc:spChg>
        <pc:spChg chg="del">
          <ac:chgData name="Filip Brutovský" userId="c01b95bd-2f38-4bc3-ab7a-bd0d5879bbde" providerId="ADAL" clId="{238375D4-38FF-4F09-9843-C6448D470409}" dt="2025-11-01T15:07:46.401" v="1092" actId="478"/>
          <ac:spMkLst>
            <pc:docMk/>
            <pc:sldMk cId="2909726858" sldId="267"/>
            <ac:spMk id="3" creationId="{59A203D1-45B1-3721-F08D-66AD8E4C548B}"/>
          </ac:spMkLst>
        </pc:spChg>
        <pc:picChg chg="add mod">
          <ac:chgData name="Filip Brutovský" userId="c01b95bd-2f38-4bc3-ab7a-bd0d5879bbde" providerId="ADAL" clId="{238375D4-38FF-4F09-9843-C6448D470409}" dt="2025-11-01T13:40:24.510" v="1017" actId="1076"/>
          <ac:picMkLst>
            <pc:docMk/>
            <pc:sldMk cId="2909726858" sldId="267"/>
            <ac:picMk id="1026" creationId="{73BD53B3-44F0-E8C5-FE5F-343F4FAC2F42}"/>
          </ac:picMkLst>
        </pc:picChg>
      </pc:sldChg>
      <pc:sldChg chg="addSp delSp modSp new mod">
        <pc:chgData name="Filip Brutovský" userId="c01b95bd-2f38-4bc3-ab7a-bd0d5879bbde" providerId="ADAL" clId="{238375D4-38FF-4F09-9843-C6448D470409}" dt="2025-11-01T15:36:43.768" v="1148" actId="122"/>
        <pc:sldMkLst>
          <pc:docMk/>
          <pc:sldMk cId="2760717926" sldId="268"/>
        </pc:sldMkLst>
        <pc:spChg chg="mod">
          <ac:chgData name="Filip Brutovský" userId="c01b95bd-2f38-4bc3-ab7a-bd0d5879bbde" providerId="ADAL" clId="{238375D4-38FF-4F09-9843-C6448D470409}" dt="2025-11-01T15:36:43.768" v="1148" actId="122"/>
          <ac:spMkLst>
            <pc:docMk/>
            <pc:sldMk cId="2760717926" sldId="268"/>
            <ac:spMk id="2" creationId="{D31B110C-2241-D957-C01F-0A4796BDF9C7}"/>
          </ac:spMkLst>
        </pc:spChg>
        <pc:spChg chg="mod">
          <ac:chgData name="Filip Brutovský" userId="c01b95bd-2f38-4bc3-ab7a-bd0d5879bbde" providerId="ADAL" clId="{238375D4-38FF-4F09-9843-C6448D470409}" dt="2025-11-01T15:08:41.579" v="1140" actId="14100"/>
          <ac:spMkLst>
            <pc:docMk/>
            <pc:sldMk cId="2760717926" sldId="268"/>
            <ac:spMk id="3" creationId="{0336361A-6B41-6610-A6F1-ED212A81E492}"/>
          </ac:spMkLst>
        </pc:spChg>
        <pc:spChg chg="del">
          <ac:chgData name="Filip Brutovský" userId="c01b95bd-2f38-4bc3-ab7a-bd0d5879bbde" providerId="ADAL" clId="{238375D4-38FF-4F09-9843-C6448D470409}" dt="2025-11-01T15:36:35.477" v="1145" actId="478"/>
          <ac:spMkLst>
            <pc:docMk/>
            <pc:sldMk cId="2760717926" sldId="268"/>
            <ac:spMk id="4" creationId="{42386537-1B7A-078B-8AE1-EB8FBAFD3CF1}"/>
          </ac:spMkLst>
        </pc:spChg>
        <pc:picChg chg="add mod">
          <ac:chgData name="Filip Brutovský" userId="c01b95bd-2f38-4bc3-ab7a-bd0d5879bbde" providerId="ADAL" clId="{238375D4-38FF-4F09-9843-C6448D470409}" dt="2025-11-01T15:36:41.337" v="1147" actId="1076"/>
          <ac:picMkLst>
            <pc:docMk/>
            <pc:sldMk cId="2760717926" sldId="268"/>
            <ac:picMk id="2050" creationId="{8B312565-2C47-7A6A-2A0C-CC588438BC3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D1CCA8-8580-D81B-600B-B527AC5B2C49}"/>
              </a:ext>
            </a:extLst>
          </p:cNvPr>
          <p:cNvSpPr/>
          <p:nvPr/>
        </p:nvSpPr>
        <p:spPr>
          <a:xfrm rot="5400000">
            <a:off x="1472044" y="277213"/>
            <a:ext cx="5428908" cy="6276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GB" sz="3600" dirty="0">
                <a:latin typeface="Century Schoolbook"/>
              </a:rPr>
              <a:t>Protection against SQL injection attacks</a:t>
            </a:r>
            <a:endParaRPr lang="en-US" sz="3600" dirty="0">
              <a:latin typeface="Century Schoolbook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1050" dirty="0">
                <a:latin typeface="Century Schoolbook"/>
              </a:rPr>
              <a:t>1.progress report</a:t>
            </a:r>
          </a:p>
          <a:p>
            <a:pPr algn="l"/>
            <a:r>
              <a:rPr lang="en-GB" sz="1050" dirty="0">
                <a:latin typeface="Century Schoolbook"/>
              </a:rPr>
              <a:t>Filip Brutovský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2AD106-1342-B113-9A00-0994922991DE}"/>
              </a:ext>
            </a:extLst>
          </p:cNvPr>
          <p:cNvSpPr/>
          <p:nvPr/>
        </p:nvSpPr>
        <p:spPr>
          <a:xfrm>
            <a:off x="5231961" y="670283"/>
            <a:ext cx="4940675" cy="55232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88CD0-B2C4-0BF4-55D4-FFE55AA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37592"/>
          </a:xfrm>
        </p:spPr>
        <p:txBody>
          <a:bodyPr/>
          <a:lstStyle/>
          <a:p>
            <a:r>
              <a:rPr lang="en-GB" b="1" i="1" dirty="0">
                <a:latin typeface="Century Schoolbook"/>
              </a:rPr>
              <a:t>Introduction </a:t>
            </a:r>
            <a:r>
              <a:rPr lang="en-GB" dirty="0"/>
              <a:t>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A4B53-A136-255A-94E7-B8E03DBCB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21615" y="1350618"/>
            <a:ext cx="4164150" cy="41539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entury Schoolbook"/>
              </a:rPr>
              <a:t>SQL injection (SQLi)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bg1"/>
                </a:solidFill>
                <a:latin typeface="Century Schoolbook"/>
              </a:rPr>
              <a:t>In-band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bg1"/>
                </a:solidFill>
                <a:latin typeface="Century Schoolbook"/>
              </a:rPr>
              <a:t>Inferential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bg1"/>
                </a:solidFill>
                <a:latin typeface="Century Schoolbook"/>
              </a:rPr>
              <a:t>Out-of-band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65B47-6D9F-DB08-CC7E-FAFBB5865387}"/>
              </a:ext>
            </a:extLst>
          </p:cNvPr>
          <p:cNvSpPr txBox="1"/>
          <p:nvPr/>
        </p:nvSpPr>
        <p:spPr>
          <a:xfrm>
            <a:off x="452783" y="1717260"/>
            <a:ext cx="311426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dirty="0">
                <a:solidFill>
                  <a:srgbClr val="333333"/>
                </a:solidFill>
                <a:latin typeface="Century Schoolbook"/>
                <a:ea typeface="Segoe UI"/>
                <a:cs typeface="Segoe UI"/>
              </a:rPr>
              <a:t>Security vulnerability in web applications</a:t>
            </a:r>
          </a:p>
          <a:p>
            <a:pPr>
              <a:buFont typeface=""/>
              <a:buChar char="•"/>
            </a:pPr>
            <a:endParaRPr lang="en-US" dirty="0">
              <a:solidFill>
                <a:srgbClr val="333333"/>
              </a:solidFill>
              <a:latin typeface="Century Schoolbook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r>
              <a:rPr lang="en-US" dirty="0">
                <a:solidFill>
                  <a:srgbClr val="333333"/>
                </a:solidFill>
                <a:latin typeface="Century Schoolbook"/>
                <a:ea typeface="Segoe UI"/>
                <a:cs typeface="Segoe UI"/>
              </a:rPr>
              <a:t>Allows attackers to manipulate database queries</a:t>
            </a:r>
          </a:p>
          <a:p>
            <a:pPr>
              <a:buFont typeface=""/>
              <a:buChar char="•"/>
            </a:pPr>
            <a:endParaRPr lang="en-US" dirty="0">
              <a:solidFill>
                <a:srgbClr val="333333"/>
              </a:solidFill>
              <a:latin typeface="Century Schoolbook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r>
              <a:rPr lang="en-US" dirty="0">
                <a:solidFill>
                  <a:srgbClr val="333333"/>
                </a:solidFill>
                <a:latin typeface="Century Schoolbook"/>
                <a:ea typeface="Segoe UI"/>
                <a:cs typeface="Segoe UI"/>
              </a:rPr>
              <a:t>Can lead to data theft, authentication bypass, and system compromise</a:t>
            </a:r>
          </a:p>
          <a:p>
            <a:pPr algn="ctr"/>
            <a:endParaRPr lang="en-GB"/>
          </a:p>
        </p:txBody>
      </p:sp>
      <p:pic>
        <p:nvPicPr>
          <p:cNvPr id="10" name="Picture 9" descr="SQL Injection. By TheOmniMage | by TheOmniMage | Medium">
            <a:extLst>
              <a:ext uri="{FF2B5EF4-FFF2-40B4-BE49-F238E27FC236}">
                <a16:creationId xmlns:a16="http://schemas.microsoft.com/office/drawing/2014/main" id="{CBC53128-930D-7768-248E-96213A951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643" y="2647121"/>
            <a:ext cx="2977322" cy="298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4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2E509A-E60E-D510-2C89-6DA3A9658468}"/>
              </a:ext>
            </a:extLst>
          </p:cNvPr>
          <p:cNvSpPr/>
          <p:nvPr/>
        </p:nvSpPr>
        <p:spPr>
          <a:xfrm>
            <a:off x="6153763" y="1764297"/>
            <a:ext cx="4537450" cy="453877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BFEDB5-3E60-87CD-0E0E-9E9B21F6B839}"/>
              </a:ext>
            </a:extLst>
          </p:cNvPr>
          <p:cNvSpPr/>
          <p:nvPr/>
        </p:nvSpPr>
        <p:spPr>
          <a:xfrm>
            <a:off x="977914" y="1764298"/>
            <a:ext cx="4537450" cy="45387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13CC7-2E05-DD49-81CC-15C244B6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i="1" dirty="0">
                <a:latin typeface="Century Schoolbook"/>
              </a:rPr>
              <a:t>Types of SQLi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B881CD-7DCD-E5FD-9DBA-CD8ECD11EEAB}"/>
              </a:ext>
            </a:extLst>
          </p:cNvPr>
          <p:cNvSpPr txBox="1">
            <a:spLocks/>
          </p:cNvSpPr>
          <p:nvPr/>
        </p:nvSpPr>
        <p:spPr>
          <a:xfrm>
            <a:off x="1567517" y="3045391"/>
            <a:ext cx="4347714" cy="13462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bg1"/>
                </a:solidFill>
                <a:latin typeface="Century Schoolbook"/>
              </a:rPr>
              <a:t>In-band</a:t>
            </a:r>
            <a:endParaRPr lang="en-US">
              <a:solidFill>
                <a:schemeClr val="bg1"/>
              </a:solidFill>
              <a:latin typeface="Century Schoolbook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bg1"/>
                </a:solidFill>
                <a:latin typeface="Century Schoolbook"/>
              </a:rPr>
              <a:t>Error-based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>
                <a:solidFill>
                  <a:schemeClr val="bg1"/>
                </a:solidFill>
                <a:latin typeface="Century Schoolbook"/>
              </a:rPr>
              <a:t>Union-based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51F3AB-DFCE-3D95-6A20-EB1291F74B90}"/>
              </a:ext>
            </a:extLst>
          </p:cNvPr>
          <p:cNvSpPr txBox="1">
            <a:spLocks/>
          </p:cNvSpPr>
          <p:nvPr/>
        </p:nvSpPr>
        <p:spPr>
          <a:xfrm>
            <a:off x="6829631" y="3046201"/>
            <a:ext cx="4218317" cy="13318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Inferential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Boolean-based 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Time-based</a:t>
            </a:r>
          </a:p>
        </p:txBody>
      </p:sp>
    </p:spTree>
    <p:extLst>
      <p:ext uri="{BB962C8B-B14F-4D97-AF65-F5344CB8AC3E}">
        <p14:creationId xmlns:p14="http://schemas.microsoft.com/office/powerpoint/2010/main" val="2804351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034EB-B86A-6FF6-E041-D1256610E9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How Boolean-Based Blind SQL Injection Works | by Yousef Alotaibi | Medium">
            <a:extLst>
              <a:ext uri="{FF2B5EF4-FFF2-40B4-BE49-F238E27FC236}">
                <a16:creationId xmlns:a16="http://schemas.microsoft.com/office/drawing/2014/main" id="{73BD53B3-44F0-E8C5-FE5F-343F4FAC2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45" y="274086"/>
            <a:ext cx="8413102" cy="630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72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386F31-F8DD-DE17-CD18-97FAFC007A26}"/>
              </a:ext>
            </a:extLst>
          </p:cNvPr>
          <p:cNvSpPr/>
          <p:nvPr/>
        </p:nvSpPr>
        <p:spPr>
          <a:xfrm>
            <a:off x="5718111" y="815974"/>
            <a:ext cx="5641910" cy="534202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A31F9-4B07-90F5-C2A8-60DBBA0E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68" y="2540794"/>
            <a:ext cx="4386943" cy="1325563"/>
          </a:xfrm>
        </p:spPr>
        <p:txBody>
          <a:bodyPr/>
          <a:lstStyle/>
          <a:p>
            <a:r>
              <a:rPr lang="en-GB" b="1" i="1" dirty="0">
                <a:latin typeface="Century Schoolbook"/>
              </a:rPr>
              <a:t>Project </a:t>
            </a:r>
            <a:br>
              <a:rPr lang="en-GB" b="1" i="1" dirty="0">
                <a:latin typeface="Century Schoolbook"/>
              </a:rPr>
            </a:br>
            <a:r>
              <a:rPr lang="en-GB" b="1" i="1" dirty="0">
                <a:latin typeface="Century Schoolbook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E864-DB4A-B831-148C-7FCEBB143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73890" y="1690688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Build vulnerable web application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Perform manual and automated attacks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Implement security measures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Verify effectiveness of mitigations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70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9962-3DEC-CDA9-9626-C59CE4A2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Progress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9B6CC-CFE4-AA5E-AB41-34B914D6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5392" y="1819373"/>
            <a:ext cx="5181600" cy="224874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4. Results of the testing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5. Securing the application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6. Repeated testing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7. Conclusion and results</a:t>
            </a:r>
          </a:p>
          <a:p>
            <a:endParaRPr lang="en-GB" dirty="0">
              <a:latin typeface="Century Schoolbook" panose="020406040505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F5E46D-CBE2-D4FC-61E3-9BA6022B4335}"/>
              </a:ext>
            </a:extLst>
          </p:cNvPr>
          <p:cNvCxnSpPr>
            <a:cxnSpLocks/>
          </p:cNvCxnSpPr>
          <p:nvPr/>
        </p:nvCxnSpPr>
        <p:spPr>
          <a:xfrm>
            <a:off x="1324947" y="5887617"/>
            <a:ext cx="90227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6F6F57-D6CD-7A74-A1C8-BA60C46E3B5B}"/>
              </a:ext>
            </a:extLst>
          </p:cNvPr>
          <p:cNvSpPr txBox="1">
            <a:spLocks/>
          </p:cNvSpPr>
          <p:nvPr/>
        </p:nvSpPr>
        <p:spPr>
          <a:xfrm>
            <a:off x="1189654" y="1824088"/>
            <a:ext cx="5181600" cy="2519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1. App development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2. Manual testing 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3. Automated testing</a:t>
            </a:r>
          </a:p>
          <a:p>
            <a:endParaRPr lang="en-GB" dirty="0">
              <a:latin typeface="Century Schoolbook" panose="020406040505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483045-E83D-1F94-D097-7587DBD34D3E}"/>
              </a:ext>
            </a:extLst>
          </p:cNvPr>
          <p:cNvSpPr/>
          <p:nvPr/>
        </p:nvSpPr>
        <p:spPr>
          <a:xfrm>
            <a:off x="2579138" y="5697928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3894DA-16CD-BCF3-9F14-FE22B7F83F5B}"/>
              </a:ext>
            </a:extLst>
          </p:cNvPr>
          <p:cNvSpPr/>
          <p:nvPr/>
        </p:nvSpPr>
        <p:spPr>
          <a:xfrm>
            <a:off x="3602395" y="5697927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612EEF-4079-9C7A-34C7-891C863680A5}"/>
              </a:ext>
            </a:extLst>
          </p:cNvPr>
          <p:cNvSpPr/>
          <p:nvPr/>
        </p:nvSpPr>
        <p:spPr>
          <a:xfrm>
            <a:off x="4638869" y="5697928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BF5C75-B15B-0CD9-0E4A-C6D6233372D6}"/>
              </a:ext>
            </a:extLst>
          </p:cNvPr>
          <p:cNvSpPr/>
          <p:nvPr/>
        </p:nvSpPr>
        <p:spPr>
          <a:xfrm>
            <a:off x="5685453" y="5701003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98AD031-715A-45FB-A7BB-03592EB527F0}"/>
              </a:ext>
            </a:extLst>
          </p:cNvPr>
          <p:cNvSpPr/>
          <p:nvPr/>
        </p:nvSpPr>
        <p:spPr>
          <a:xfrm>
            <a:off x="6797351" y="5701004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C7A33B-F22E-719D-88FA-E4906F8C5413}"/>
              </a:ext>
            </a:extLst>
          </p:cNvPr>
          <p:cNvSpPr/>
          <p:nvPr/>
        </p:nvSpPr>
        <p:spPr>
          <a:xfrm>
            <a:off x="7909249" y="5701004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1C18CA-7B3B-2CAD-C913-D31ED46A3A0C}"/>
              </a:ext>
            </a:extLst>
          </p:cNvPr>
          <p:cNvSpPr/>
          <p:nvPr/>
        </p:nvSpPr>
        <p:spPr>
          <a:xfrm>
            <a:off x="8955833" y="5701004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GB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38DEF21-6155-8262-31C6-890C4479B18E}"/>
              </a:ext>
            </a:extLst>
          </p:cNvPr>
          <p:cNvSpPr/>
          <p:nvPr/>
        </p:nvSpPr>
        <p:spPr>
          <a:xfrm rot="10800000">
            <a:off x="3411117" y="5072781"/>
            <a:ext cx="755779" cy="62514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C10D36D-22AC-E4A4-0481-A428F3F24B6F}"/>
              </a:ext>
            </a:extLst>
          </p:cNvPr>
          <p:cNvSpPr txBox="1">
            <a:spLocks/>
          </p:cNvSpPr>
          <p:nvPr/>
        </p:nvSpPr>
        <p:spPr>
          <a:xfrm>
            <a:off x="2650670" y="4567322"/>
            <a:ext cx="2276671" cy="596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We are here</a:t>
            </a:r>
            <a:endParaRPr lang="en-GB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40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6AD8F4-33E1-1FCE-49D8-A26673384233}"/>
              </a:ext>
            </a:extLst>
          </p:cNvPr>
          <p:cNvSpPr/>
          <p:nvPr/>
        </p:nvSpPr>
        <p:spPr>
          <a:xfrm>
            <a:off x="5727777" y="980638"/>
            <a:ext cx="5380429" cy="489672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3EB0B-8C47-6293-D80F-6B2278CF6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77" y="2766218"/>
            <a:ext cx="10515600" cy="1325563"/>
          </a:xfrm>
        </p:spPr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Experimental</a:t>
            </a:r>
            <a:r>
              <a:rPr lang="en-US" dirty="0"/>
              <a:t> </a:t>
            </a:r>
            <a:br>
              <a:rPr lang="en-US" dirty="0"/>
            </a:br>
            <a:r>
              <a:rPr lang="en-US" b="1" i="1" dirty="0">
                <a:latin typeface="Century Schoolbook" panose="02040604050505020304" pitchFamily="18" charset="0"/>
              </a:rPr>
              <a:t>environment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49535-FB6C-0090-2302-A2D345025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6606" y="1891149"/>
            <a:ext cx="5181600" cy="327831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entury Schoolbook" panose="02040604050505020304" pitchFamily="18" charset="0"/>
              </a:rPr>
              <a:t>Flask: Lightweight, easy to work with and adapt for vulnerable and secure app</a:t>
            </a:r>
          </a:p>
          <a:p>
            <a:endParaRPr lang="en-GB" sz="2400" dirty="0">
              <a:latin typeface="Century Schoolbook" panose="02040604050505020304" pitchFamily="18" charset="0"/>
            </a:endParaRPr>
          </a:p>
          <a:p>
            <a:r>
              <a:rPr lang="en-GB" sz="2400" dirty="0">
                <a:latin typeface="Century Schoolbook" panose="02040604050505020304" pitchFamily="18" charset="0"/>
              </a:rPr>
              <a:t>PostgreSQL: Enterprise-grade DBMS, representative of production environments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8030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6603C3-B9E1-39E0-D4E4-6E2F541A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79" r="14729"/>
          <a:stretch>
            <a:fillRect/>
          </a:stretch>
        </p:blipFill>
        <p:spPr>
          <a:xfrm>
            <a:off x="5417974" y="3056705"/>
            <a:ext cx="5710336" cy="3521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BB75EC-2B7E-498F-4581-25975B2ED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00" t="8298" r="14277"/>
          <a:stretch>
            <a:fillRect/>
          </a:stretch>
        </p:blipFill>
        <p:spPr>
          <a:xfrm>
            <a:off x="1063690" y="205273"/>
            <a:ext cx="5181601" cy="3066035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8059946-4D5C-5F93-20FA-54A24FB8E7CA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6245291" y="1738291"/>
            <a:ext cx="2027851" cy="131841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29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DD0000-75B1-B70D-648D-D8155828489E}"/>
              </a:ext>
            </a:extLst>
          </p:cNvPr>
          <p:cNvSpPr/>
          <p:nvPr/>
        </p:nvSpPr>
        <p:spPr>
          <a:xfrm>
            <a:off x="6271951" y="1415889"/>
            <a:ext cx="5380429" cy="489672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632D3F-178C-E00C-5534-1E1C8CCD4FDF}"/>
              </a:ext>
            </a:extLst>
          </p:cNvPr>
          <p:cNvSpPr/>
          <p:nvPr/>
        </p:nvSpPr>
        <p:spPr>
          <a:xfrm>
            <a:off x="387220" y="1428395"/>
            <a:ext cx="5798976" cy="48977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35BAB-A19C-1DF5-6A31-E4C088F6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Tools 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6993C-EFED-9C39-AE08-92DA3D4A80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Burp suite</a:t>
            </a: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Intercepting proxy for web security testing</a:t>
            </a: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Sits between browser and server</a:t>
            </a: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Captures and modifies HTTP/HTTPS traffic in real-time</a:t>
            </a:r>
          </a:p>
          <a:p>
            <a:endParaRPr lang="en-GB" sz="15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endParaRPr lang="en-GB" sz="15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Manual Testing: Craft precise SQL injection payloads</a:t>
            </a: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Request Analysis: Examine exact HTTP parameters sent to server</a:t>
            </a: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Response Analysis: Observe error messages and data leakage</a:t>
            </a:r>
          </a:p>
          <a:p>
            <a:pPr marL="0" indent="0">
              <a:buNone/>
            </a:pPr>
            <a:b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</a:br>
            <a:endParaRPr lang="en-GB" sz="15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pPr marL="0" indent="0">
              <a:buNone/>
            </a:pPr>
            <a:endParaRPr lang="en-US" sz="15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C85DB-C2A7-0E7A-4BC5-CDD856786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078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Century Schoolbook" panose="02040604050505020304" pitchFamily="18" charset="0"/>
              </a:rPr>
              <a:t>Sqlmap</a:t>
            </a:r>
            <a:endParaRPr lang="en-US" sz="1800" dirty="0">
              <a:latin typeface="Century Schoolbook" panose="02040604050505020304" pitchFamily="18" charset="0"/>
            </a:endParaRPr>
          </a:p>
          <a:p>
            <a:r>
              <a:rPr lang="en-GB" sz="1500" dirty="0">
                <a:latin typeface="Century Schoolbook" panose="02040604050505020304" pitchFamily="18" charset="0"/>
              </a:rPr>
              <a:t>Open-source penetration testing tool</a:t>
            </a:r>
          </a:p>
          <a:p>
            <a:r>
              <a:rPr lang="en-GB" sz="1500" dirty="0">
                <a:latin typeface="Century Schoolbook" panose="02040604050505020304" pitchFamily="18" charset="0"/>
              </a:rPr>
              <a:t>Automates SQL injection detection and exploitation</a:t>
            </a:r>
          </a:p>
          <a:p>
            <a:r>
              <a:rPr lang="en-GB" sz="1500" dirty="0">
                <a:latin typeface="Century Schoolbook" panose="02040604050505020304" pitchFamily="18" charset="0"/>
              </a:rPr>
              <a:t>Supports all major database systems</a:t>
            </a:r>
          </a:p>
          <a:p>
            <a:r>
              <a:rPr lang="en-GB" sz="1500" dirty="0">
                <a:latin typeface="Century Schoolbook" panose="02040604050505020304" pitchFamily="18" charset="0"/>
              </a:rPr>
              <a:t>Can enumerate entire database structure</a:t>
            </a:r>
          </a:p>
          <a:p>
            <a:endParaRPr lang="en-GB" sz="1500" dirty="0">
              <a:latin typeface="Century Schoolbook" panose="02040604050505020304" pitchFamily="18" charset="0"/>
            </a:endParaRPr>
          </a:p>
          <a:p>
            <a:endParaRPr lang="en-GB" sz="1500" dirty="0">
              <a:latin typeface="Century Schoolbook" panose="02040604050505020304" pitchFamily="18" charset="0"/>
            </a:endParaRPr>
          </a:p>
          <a:p>
            <a:r>
              <a:rPr lang="en-GB" sz="1500" dirty="0">
                <a:latin typeface="Century Schoolbook" panose="02040604050505020304" pitchFamily="18" charset="0"/>
              </a:rPr>
              <a:t>Capture vulnerable request with Burp Suite</a:t>
            </a:r>
          </a:p>
          <a:p>
            <a:r>
              <a:rPr lang="en-GB" sz="1500" dirty="0">
                <a:latin typeface="Century Schoolbook" panose="02040604050505020304" pitchFamily="18" charset="0"/>
              </a:rPr>
              <a:t>Export request to request.txt</a:t>
            </a:r>
          </a:p>
          <a:p>
            <a:r>
              <a:rPr lang="en-GB" sz="1500" dirty="0">
                <a:latin typeface="Century Schoolbook" panose="02040604050505020304" pitchFamily="18" charset="0"/>
              </a:rPr>
              <a:t>Run </a:t>
            </a:r>
            <a:r>
              <a:rPr lang="en-GB" sz="1500" dirty="0" err="1">
                <a:latin typeface="Century Schoolbook" panose="02040604050505020304" pitchFamily="18" charset="0"/>
              </a:rPr>
              <a:t>sqlmap</a:t>
            </a:r>
            <a:r>
              <a:rPr lang="en-GB" sz="1500" dirty="0">
                <a:latin typeface="Century Schoolbook" panose="02040604050505020304" pitchFamily="18" charset="0"/>
              </a:rPr>
              <a:t> with specific parameters</a:t>
            </a:r>
          </a:p>
          <a:p>
            <a:endParaRPr lang="en-GB" sz="15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endParaRPr lang="en-GB" sz="15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31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203B-C4FC-D158-4E50-07C9FD27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Early experiment report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59EE-236E-A238-2D04-BDD9428044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entury Schoolbook" panose="02040604050505020304" pitchFamily="18" charset="0"/>
              </a:rPr>
              <a:t>Login bypass</a:t>
            </a:r>
          </a:p>
          <a:p>
            <a:pPr marL="0" indent="0">
              <a:buNone/>
            </a:pPr>
            <a:endParaRPr lang="en-US" sz="2000" dirty="0">
              <a:latin typeface="Century Schoolbook" panose="020406040505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5A5096-36DE-0908-B2BA-CA7F1D80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18" y="1639111"/>
            <a:ext cx="9294103" cy="453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8AE0-B2FD-4BE3-C11F-DE35476AD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47A97-1A45-DD1A-D7D9-F189AB27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Early experiment report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2F97-B5EB-E87F-79DF-68BD155F9B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entury Schoolbook" panose="02040604050505020304" pitchFamily="18" charset="0"/>
              </a:rPr>
              <a:t>Union-based</a:t>
            </a:r>
          </a:p>
          <a:p>
            <a:pPr marL="0" indent="0">
              <a:buNone/>
            </a:pPr>
            <a:r>
              <a:rPr lang="en-US" sz="2000" dirty="0">
                <a:latin typeface="Century Schoolbook" panose="02040604050505020304" pitchFamily="18" charset="0"/>
              </a:rPr>
              <a:t>pull</a:t>
            </a:r>
          </a:p>
          <a:p>
            <a:pPr marL="0" indent="0">
              <a:buNone/>
            </a:pPr>
            <a:endParaRPr lang="en-US" sz="2000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1043F-63D3-EE88-1109-E9F2EB41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896" y="1613496"/>
            <a:ext cx="9397982" cy="456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4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1F3EC6-CE70-BB91-4817-D0CDE8881FAC}"/>
              </a:ext>
            </a:extLst>
          </p:cNvPr>
          <p:cNvSpPr/>
          <p:nvPr/>
        </p:nvSpPr>
        <p:spPr>
          <a:xfrm>
            <a:off x="5752322" y="1307097"/>
            <a:ext cx="5798976" cy="48977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F7F23-A36A-0E48-58F7-BA5B398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098" y="2766218"/>
            <a:ext cx="10515600" cy="1325563"/>
          </a:xfrm>
        </p:spPr>
        <p:txBody>
          <a:bodyPr/>
          <a:lstStyle/>
          <a:p>
            <a:r>
              <a:rPr lang="en-GB" b="1" i="1" dirty="0">
                <a:latin typeface="Century Schoolbook"/>
              </a:rPr>
              <a:t>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E401B-16FE-6C56-08A9-A103A7E3D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3302" y="1704327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rPr lang="en-GB" sz="2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Parameterized Queries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  <a:latin typeface="Century Schoolbook" panose="02040604050505020304" pitchFamily="18" charset="0"/>
              </a:rPr>
              <a:t>Separate </a:t>
            </a:r>
            <a:r>
              <a:rPr lang="en-GB" sz="2100" dirty="0">
                <a:solidFill>
                  <a:schemeClr val="bg1"/>
                </a:solidFill>
                <a:latin typeface="Century Schoolbook" panose="02040604050505020304" pitchFamily="18" charset="0"/>
              </a:rPr>
              <a:t>SQL code from user data using placeholders</a:t>
            </a:r>
          </a:p>
          <a:p>
            <a:r>
              <a:rPr lang="en-GB" sz="2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ORM 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bg1"/>
                </a:solidFill>
                <a:latin typeface="Century Schoolbook" panose="02040604050505020304" pitchFamily="18" charset="0"/>
              </a:rPr>
              <a:t>Object-relational mapping with automatic parameterization</a:t>
            </a:r>
          </a:p>
          <a:p>
            <a:r>
              <a:rPr lang="en-GB" sz="2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Input Validation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  <a:latin typeface="Century Schoolbook" panose="02040604050505020304" pitchFamily="18" charset="0"/>
              </a:rPr>
              <a:t>Whitelist </a:t>
            </a:r>
            <a:r>
              <a:rPr lang="en-GB" sz="2100" dirty="0">
                <a:solidFill>
                  <a:schemeClr val="bg1"/>
                </a:solidFill>
                <a:latin typeface="Century Schoolbook" panose="02040604050505020304" pitchFamily="18" charset="0"/>
              </a:rPr>
              <a:t>validation, type checking, length restrictions</a:t>
            </a:r>
          </a:p>
          <a:p>
            <a:r>
              <a:rPr lang="en-GB" sz="2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Least Privilege</a:t>
            </a:r>
          </a:p>
          <a:p>
            <a:pPr marL="0" indent="0">
              <a:buNone/>
            </a:pPr>
            <a:r>
              <a:rPr lang="en-GB" sz="2600" dirty="0">
                <a:solidFill>
                  <a:schemeClr val="bg1"/>
                </a:solidFill>
                <a:latin typeface="Century Schoolbook" panose="02040604050505020304" pitchFamily="18" charset="0"/>
              </a:rPr>
              <a:t>Restrict </a:t>
            </a:r>
            <a:r>
              <a:rPr lang="en-GB" sz="2100" dirty="0">
                <a:solidFill>
                  <a:schemeClr val="bg1"/>
                </a:solidFill>
                <a:latin typeface="Century Schoolbook" panose="02040604050505020304" pitchFamily="18" charset="0"/>
              </a:rPr>
              <a:t>database user permissions</a:t>
            </a:r>
          </a:p>
          <a:p>
            <a:r>
              <a:rPr lang="en-GB" sz="2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Error Handling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bg1"/>
                </a:solidFill>
                <a:latin typeface="Century Schoolbook" panose="02040604050505020304" pitchFamily="18" charset="0"/>
              </a:rPr>
              <a:t>Hide detailed error messages from users</a:t>
            </a:r>
          </a:p>
          <a:p>
            <a:r>
              <a:rPr lang="en-GB" sz="2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WAF Rules</a:t>
            </a:r>
          </a:p>
          <a:p>
            <a:pPr marL="0" indent="0">
              <a:buNone/>
            </a:pPr>
            <a:r>
              <a:rPr lang="en-GB" sz="2100" dirty="0">
                <a:solidFill>
                  <a:schemeClr val="bg1"/>
                </a:solidFill>
                <a:latin typeface="Century Schoolbook" panose="02040604050505020304" pitchFamily="18" charset="0"/>
              </a:rPr>
              <a:t>Web Application Firewall to detect attack patterns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676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110C-2241-D957-C01F-0A4796BD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Century Schoolbook" panose="02040604050505020304" pitchFamily="18" charset="0"/>
              </a:rPr>
              <a:t>The End	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61A-6B41-6610-A6F1-ED212A81E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505061"/>
            <a:ext cx="5181600" cy="671902"/>
          </a:xfrm>
        </p:spPr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Thx for your attention!</a:t>
            </a:r>
            <a:endParaRPr lang="en-GB" dirty="0">
              <a:latin typeface="Century Schoolbook" panose="02040604050505020304" pitchFamily="18" charset="0"/>
            </a:endParaRPr>
          </a:p>
        </p:txBody>
      </p:sp>
      <p:pic>
        <p:nvPicPr>
          <p:cNvPr id="2050" name="Picture 2" descr="SQL Primer Boston University CS558 Network Security Fall ppt download">
            <a:extLst>
              <a:ext uri="{FF2B5EF4-FFF2-40B4-BE49-F238E27FC236}">
                <a16:creationId xmlns:a16="http://schemas.microsoft.com/office/drawing/2014/main" id="{8B312565-2C47-7A6A-2A0C-CC588438BC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7" b="2480"/>
          <a:stretch>
            <a:fillRect/>
          </a:stretch>
        </p:blipFill>
        <p:spPr bwMode="auto">
          <a:xfrm>
            <a:off x="2544147" y="1959428"/>
            <a:ext cx="6096000" cy="269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71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</TotalTime>
  <Words>298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Century Schoolbook</vt:lpstr>
      <vt:lpstr>Courier New</vt:lpstr>
      <vt:lpstr>office theme</vt:lpstr>
      <vt:lpstr>Protection against SQL injection attacks</vt:lpstr>
      <vt:lpstr>Introduction  </vt:lpstr>
      <vt:lpstr>Types of SQLi</vt:lpstr>
      <vt:lpstr>PowerPoint Presentation</vt:lpstr>
      <vt:lpstr>Project  overview</vt:lpstr>
      <vt:lpstr>Progress</vt:lpstr>
      <vt:lpstr>Experimental  environment</vt:lpstr>
      <vt:lpstr>PowerPoint Presentation</vt:lpstr>
      <vt:lpstr>Tools </vt:lpstr>
      <vt:lpstr>Early experiment report</vt:lpstr>
      <vt:lpstr>Early experiment report</vt:lpstr>
      <vt:lpstr>Prevention</vt:lpstr>
      <vt:lpstr>The 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Filip Brutovský</cp:lastModifiedBy>
  <cp:revision>132</cp:revision>
  <dcterms:created xsi:type="dcterms:W3CDTF">2025-10-31T21:41:08Z</dcterms:created>
  <dcterms:modified xsi:type="dcterms:W3CDTF">2025-11-01T15:36:44Z</dcterms:modified>
</cp:coreProperties>
</file>