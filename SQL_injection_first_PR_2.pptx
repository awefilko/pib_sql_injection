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9" r:id="rId4"/>
    <p:sldId id="270" r:id="rId5"/>
    <p:sldId id="272" r:id="rId6"/>
    <p:sldId id="273" r:id="rId7"/>
    <p:sldId id="276" r:id="rId8"/>
    <p:sldId id="274" r:id="rId9"/>
    <p:sldId id="275" r:id="rId10"/>
    <p:sldId id="271" r:id="rId11"/>
    <p:sldId id="268" r:id="rId1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5A7A46-A008-4760-A82F-37CDD8414864}" v="76" dt="2025-12-02T01:18:56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Brutovský" userId="c01b95bd-2f38-4bc3-ab7a-bd0d5879bbde" providerId="ADAL" clId="{238375D4-38FF-4F09-9843-C6448D470409}"/>
    <pc:docChg chg="undo custSel addSld delSld modSld sldOrd">
      <pc:chgData name="Filip Brutovský" userId="c01b95bd-2f38-4bc3-ab7a-bd0d5879bbde" providerId="ADAL" clId="{238375D4-38FF-4F09-9843-C6448D470409}" dt="2025-12-02T01:19:22.328" v="1916" actId="1076"/>
      <pc:docMkLst>
        <pc:docMk/>
      </pc:docMkLst>
      <pc:sldChg chg="addSp delSp modSp mod">
        <pc:chgData name="Filip Brutovský" userId="c01b95bd-2f38-4bc3-ab7a-bd0d5879bbde" providerId="ADAL" clId="{238375D4-38FF-4F09-9843-C6448D470409}" dt="2025-12-01T23:34:49.476" v="1150" actId="20577"/>
        <pc:sldMkLst>
          <pc:docMk/>
          <pc:sldMk cId="109857222" sldId="256"/>
        </pc:sldMkLst>
        <pc:spChg chg="mod">
          <ac:chgData name="Filip Brutovský" userId="c01b95bd-2f38-4bc3-ab7a-bd0d5879bbde" providerId="ADAL" clId="{238375D4-38FF-4F09-9843-C6448D470409}" dt="2025-12-01T23:34:49.476" v="115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del">
        <pc:chgData name="Filip Brutovský" userId="c01b95bd-2f38-4bc3-ab7a-bd0d5879bbde" providerId="ADAL" clId="{238375D4-38FF-4F09-9843-C6448D470409}" dt="2025-12-02T00:57:50.637" v="1831" actId="47"/>
        <pc:sldMkLst>
          <pc:docMk/>
          <pc:sldMk cId="2531440864" sldId="257"/>
        </pc:sldMkLst>
      </pc:sldChg>
      <pc:sldChg chg="modSp del mod">
        <pc:chgData name="Filip Brutovský" userId="c01b95bd-2f38-4bc3-ab7a-bd0d5879bbde" providerId="ADAL" clId="{238375D4-38FF-4F09-9843-C6448D470409}" dt="2025-12-02T00:57:52.457" v="1832" actId="47"/>
        <pc:sldMkLst>
          <pc:docMk/>
          <pc:sldMk cId="2804351307" sldId="258"/>
        </pc:sldMkLst>
        <pc:spChg chg="mod">
          <ac:chgData name="Filip Brutovský" userId="c01b95bd-2f38-4bc3-ab7a-bd0d5879bbde" providerId="ADAL" clId="{238375D4-38FF-4F09-9843-C6448D470409}" dt="2025-12-02T00:02:11.696" v="1266" actId="1076"/>
          <ac:spMkLst>
            <pc:docMk/>
            <pc:sldMk cId="2804351307" sldId="258"/>
            <ac:spMk id="10" creationId="{D1BFEDB5-3E60-87CD-0E0E-9E9B21F6B839}"/>
          </ac:spMkLst>
        </pc:spChg>
      </pc:sldChg>
      <pc:sldChg chg="del">
        <pc:chgData name="Filip Brutovský" userId="c01b95bd-2f38-4bc3-ab7a-bd0d5879bbde" providerId="ADAL" clId="{238375D4-38FF-4F09-9843-C6448D470409}" dt="2025-12-02T00:57:56.782" v="1840" actId="47"/>
        <pc:sldMkLst>
          <pc:docMk/>
          <pc:sldMk cId="777676095" sldId="259"/>
        </pc:sldMkLst>
      </pc:sldChg>
      <pc:sldChg chg="del">
        <pc:chgData name="Filip Brutovský" userId="c01b95bd-2f38-4bc3-ab7a-bd0d5879bbde" providerId="ADAL" clId="{238375D4-38FF-4F09-9843-C6448D470409}" dt="2025-12-02T00:57:53.747" v="1834" actId="47"/>
        <pc:sldMkLst>
          <pc:docMk/>
          <pc:sldMk cId="2169270191" sldId="260"/>
        </pc:sldMkLst>
      </pc:sldChg>
      <pc:sldChg chg="addSp delSp modSp new mod ord">
        <pc:chgData name="Filip Brutovský" userId="c01b95bd-2f38-4bc3-ab7a-bd0d5879bbde" providerId="ADAL" clId="{238375D4-38FF-4F09-9843-C6448D470409}" dt="2025-12-02T00:59:16.011" v="1848" actId="1076"/>
        <pc:sldMkLst>
          <pc:docMk/>
          <pc:sldMk cId="4231407918" sldId="261"/>
        </pc:sldMkLst>
        <pc:spChg chg="add mod">
          <ac:chgData name="Filip Brutovský" userId="c01b95bd-2f38-4bc3-ab7a-bd0d5879bbde" providerId="ADAL" clId="{238375D4-38FF-4F09-9843-C6448D470409}" dt="2025-12-02T00:59:13.206" v="1847" actId="1076"/>
          <ac:spMkLst>
            <pc:docMk/>
            <pc:sldMk cId="4231407918" sldId="261"/>
            <ac:spMk id="18" creationId="{938DEF21-6155-8262-31C6-890C4479B18E}"/>
          </ac:spMkLst>
        </pc:spChg>
        <pc:spChg chg="add mod">
          <ac:chgData name="Filip Brutovský" userId="c01b95bd-2f38-4bc3-ab7a-bd0d5879bbde" providerId="ADAL" clId="{238375D4-38FF-4F09-9843-C6448D470409}" dt="2025-12-02T00:59:16.011" v="1848" actId="1076"/>
          <ac:spMkLst>
            <pc:docMk/>
            <pc:sldMk cId="4231407918" sldId="261"/>
            <ac:spMk id="20" creationId="{0C10D36D-22AC-E4A4-0481-A428F3F24B6F}"/>
          </ac:spMkLst>
        </pc:spChg>
      </pc:sldChg>
      <pc:sldChg chg="del">
        <pc:chgData name="Filip Brutovský" userId="c01b95bd-2f38-4bc3-ab7a-bd0d5879bbde" providerId="ADAL" clId="{238375D4-38FF-4F09-9843-C6448D470409}" dt="2025-12-02T00:57:55.657" v="1838" actId="47"/>
        <pc:sldMkLst>
          <pc:docMk/>
          <pc:sldMk cId="30679057" sldId="262"/>
        </pc:sldMkLst>
      </pc:sldChg>
      <pc:sldChg chg="del">
        <pc:chgData name="Filip Brutovský" userId="c01b95bd-2f38-4bc3-ab7a-bd0d5879bbde" providerId="ADAL" clId="{238375D4-38FF-4F09-9843-C6448D470409}" dt="2025-12-02T00:57:54.202" v="1835" actId="47"/>
        <pc:sldMkLst>
          <pc:docMk/>
          <pc:sldMk cId="1480300285" sldId="263"/>
        </pc:sldMkLst>
      </pc:sldChg>
      <pc:sldChg chg="del">
        <pc:chgData name="Filip Brutovský" userId="c01b95bd-2f38-4bc3-ab7a-bd0d5879bbde" providerId="ADAL" clId="{238375D4-38FF-4F09-9843-C6448D470409}" dt="2025-12-02T00:57:54.712" v="1836" actId="47"/>
        <pc:sldMkLst>
          <pc:docMk/>
          <pc:sldMk cId="1912292435" sldId="264"/>
        </pc:sldMkLst>
      </pc:sldChg>
      <pc:sldChg chg="del">
        <pc:chgData name="Filip Brutovský" userId="c01b95bd-2f38-4bc3-ab7a-bd0d5879bbde" providerId="ADAL" clId="{238375D4-38FF-4F09-9843-C6448D470409}" dt="2025-12-02T00:57:55.199" v="1837" actId="47"/>
        <pc:sldMkLst>
          <pc:docMk/>
          <pc:sldMk cId="809318006" sldId="265"/>
        </pc:sldMkLst>
      </pc:sldChg>
      <pc:sldChg chg="del">
        <pc:chgData name="Filip Brutovský" userId="c01b95bd-2f38-4bc3-ab7a-bd0d5879bbde" providerId="ADAL" clId="{238375D4-38FF-4F09-9843-C6448D470409}" dt="2025-12-02T00:57:56.228" v="1839" actId="47"/>
        <pc:sldMkLst>
          <pc:docMk/>
          <pc:sldMk cId="3487749279" sldId="266"/>
        </pc:sldMkLst>
      </pc:sldChg>
      <pc:sldChg chg="del">
        <pc:chgData name="Filip Brutovský" userId="c01b95bd-2f38-4bc3-ab7a-bd0d5879bbde" providerId="ADAL" clId="{238375D4-38FF-4F09-9843-C6448D470409}" dt="2025-12-02T00:57:53.298" v="1833" actId="47"/>
        <pc:sldMkLst>
          <pc:docMk/>
          <pc:sldMk cId="2909726858" sldId="267"/>
        </pc:sldMkLst>
      </pc:sldChg>
      <pc:sldChg chg="addSp delSp modSp mod">
        <pc:chgData name="Filip Brutovský" userId="c01b95bd-2f38-4bc3-ab7a-bd0d5879bbde" providerId="ADAL" clId="{238375D4-38FF-4F09-9843-C6448D470409}" dt="2025-12-02T01:19:22.328" v="1916" actId="1076"/>
        <pc:sldMkLst>
          <pc:docMk/>
          <pc:sldMk cId="2760717926" sldId="268"/>
        </pc:sldMkLst>
        <pc:spChg chg="add mod">
          <ac:chgData name="Filip Brutovský" userId="c01b95bd-2f38-4bc3-ab7a-bd0d5879bbde" providerId="ADAL" clId="{238375D4-38FF-4F09-9843-C6448D470409}" dt="2025-12-02T01:08:11.057" v="1881" actId="14100"/>
          <ac:spMkLst>
            <pc:docMk/>
            <pc:sldMk cId="2760717926" sldId="268"/>
            <ac:spMk id="4" creationId="{594661DE-0196-14AC-6EB8-4886CD3B35E6}"/>
          </ac:spMkLst>
        </pc:spChg>
        <pc:spChg chg="add mod">
          <ac:chgData name="Filip Brutovský" userId="c01b95bd-2f38-4bc3-ab7a-bd0d5879bbde" providerId="ADAL" clId="{238375D4-38FF-4F09-9843-C6448D470409}" dt="2025-12-02T01:19:22.328" v="1916" actId="1076"/>
          <ac:spMkLst>
            <pc:docMk/>
            <pc:sldMk cId="2760717926" sldId="268"/>
            <ac:spMk id="5" creationId="{8512F878-C909-51B9-996E-E677B66C62C4}"/>
          </ac:spMkLst>
        </pc:spChg>
        <pc:spChg chg="add mod">
          <ac:chgData name="Filip Brutovský" userId="c01b95bd-2f38-4bc3-ab7a-bd0d5879bbde" providerId="ADAL" clId="{238375D4-38FF-4F09-9843-C6448D470409}" dt="2025-12-02T01:08:25.146" v="1886" actId="14100"/>
          <ac:spMkLst>
            <pc:docMk/>
            <pc:sldMk cId="2760717926" sldId="268"/>
            <ac:spMk id="5" creationId="{B3149CC2-CCA3-347C-98EB-C777655AABE3}"/>
          </ac:spMkLst>
        </pc:spChg>
        <pc:picChg chg="add mod">
          <ac:chgData name="Filip Brutovský" userId="c01b95bd-2f38-4bc3-ab7a-bd0d5879bbde" providerId="ADAL" clId="{238375D4-38FF-4F09-9843-C6448D470409}" dt="2025-12-02T01:18:56.608" v="1914" actId="1076"/>
          <ac:picMkLst>
            <pc:docMk/>
            <pc:sldMk cId="2760717926" sldId="268"/>
            <ac:picMk id="1030" creationId="{D678E9E5-7EE0-1AB2-FD18-EB220AB7E89C}"/>
          </ac:picMkLst>
        </pc:picChg>
        <pc:picChg chg="del">
          <ac:chgData name="Filip Brutovský" userId="c01b95bd-2f38-4bc3-ab7a-bd0d5879bbde" providerId="ADAL" clId="{238375D4-38FF-4F09-9843-C6448D470409}" dt="2025-12-02T01:08:04.587" v="1876" actId="478"/>
          <ac:picMkLst>
            <pc:docMk/>
            <pc:sldMk cId="2760717926" sldId="268"/>
            <ac:picMk id="2050" creationId="{8B312565-2C47-7A6A-2A0C-CC588438BC35}"/>
          </ac:picMkLst>
        </pc:picChg>
      </pc:sldChg>
      <pc:sldChg chg="addSp delSp modSp new mod">
        <pc:chgData name="Filip Brutovský" userId="c01b95bd-2f38-4bc3-ab7a-bd0d5879bbde" providerId="ADAL" clId="{238375D4-38FF-4F09-9843-C6448D470409}" dt="2025-12-02T00:17:19.488" v="1349" actId="1076"/>
        <pc:sldMkLst>
          <pc:docMk/>
          <pc:sldMk cId="3024983726" sldId="269"/>
        </pc:sldMkLst>
        <pc:spChg chg="mod">
          <ac:chgData name="Filip Brutovský" userId="c01b95bd-2f38-4bc3-ab7a-bd0d5879bbde" providerId="ADAL" clId="{238375D4-38FF-4F09-9843-C6448D470409}" dt="2025-12-01T23:49:56.701" v="1168" actId="20577"/>
          <ac:spMkLst>
            <pc:docMk/>
            <pc:sldMk cId="3024983726" sldId="269"/>
            <ac:spMk id="2" creationId="{7A0BBC66-A1B5-91B3-BA94-E2797E007F3F}"/>
          </ac:spMkLst>
        </pc:spChg>
        <pc:spChg chg="del">
          <ac:chgData name="Filip Brutovský" userId="c01b95bd-2f38-4bc3-ab7a-bd0d5879bbde" providerId="ADAL" clId="{238375D4-38FF-4F09-9843-C6448D470409}" dt="2025-12-01T23:56:37.533" v="1210" actId="478"/>
          <ac:spMkLst>
            <pc:docMk/>
            <pc:sldMk cId="3024983726" sldId="269"/>
            <ac:spMk id="4" creationId="{AEF719CD-9906-BEC5-4CEA-99D6416C4E5E}"/>
          </ac:spMkLst>
        </pc:spChg>
        <pc:spChg chg="add mod">
          <ac:chgData name="Filip Brutovský" userId="c01b95bd-2f38-4bc3-ab7a-bd0d5879bbde" providerId="ADAL" clId="{238375D4-38FF-4F09-9843-C6448D470409}" dt="2025-12-02T00:17:19.488" v="1349" actId="1076"/>
          <ac:spMkLst>
            <pc:docMk/>
            <pc:sldMk cId="3024983726" sldId="269"/>
            <ac:spMk id="5" creationId="{D07D20BF-FD54-4B58-8DC0-41495473811F}"/>
          </ac:spMkLst>
        </pc:spChg>
        <pc:spChg chg="add mod">
          <ac:chgData name="Filip Brutovský" userId="c01b95bd-2f38-4bc3-ab7a-bd0d5879bbde" providerId="ADAL" clId="{238375D4-38FF-4F09-9843-C6448D470409}" dt="2025-12-01T23:50:10.003" v="1169"/>
          <ac:spMkLst>
            <pc:docMk/>
            <pc:sldMk cId="3024983726" sldId="269"/>
            <ac:spMk id="6" creationId="{4B6D666E-87F0-2642-5A8F-36B012AE62C7}"/>
          </ac:spMkLst>
        </pc:spChg>
        <pc:spChg chg="add mod">
          <ac:chgData name="Filip Brutovský" userId="c01b95bd-2f38-4bc3-ab7a-bd0d5879bbde" providerId="ADAL" clId="{238375D4-38FF-4F09-9843-C6448D470409}" dt="2025-12-01T23:52:14.632" v="1182" actId="5793"/>
          <ac:spMkLst>
            <pc:docMk/>
            <pc:sldMk cId="3024983726" sldId="269"/>
            <ac:spMk id="7" creationId="{CAB092AD-CF16-885F-F203-E87F9DC07880}"/>
          </ac:spMkLst>
        </pc:spChg>
        <pc:spChg chg="add mod">
          <ac:chgData name="Filip Brutovský" userId="c01b95bd-2f38-4bc3-ab7a-bd0d5879bbde" providerId="ADAL" clId="{238375D4-38FF-4F09-9843-C6448D470409}" dt="2025-12-01T23:55:34.736" v="1207" actId="5793"/>
          <ac:spMkLst>
            <pc:docMk/>
            <pc:sldMk cId="3024983726" sldId="269"/>
            <ac:spMk id="8" creationId="{D6DBDE29-587A-9C68-1984-44CAEA933833}"/>
          </ac:spMkLst>
        </pc:spChg>
      </pc:sldChg>
      <pc:sldChg chg="addSp delSp modSp new mod ord">
        <pc:chgData name="Filip Brutovský" userId="c01b95bd-2f38-4bc3-ab7a-bd0d5879bbde" providerId="ADAL" clId="{238375D4-38FF-4F09-9843-C6448D470409}" dt="2025-12-02T00:39:40.032" v="1627" actId="5793"/>
        <pc:sldMkLst>
          <pc:docMk/>
          <pc:sldMk cId="3122448482" sldId="270"/>
        </pc:sldMkLst>
        <pc:spChg chg="mod">
          <ac:chgData name="Filip Brutovský" userId="c01b95bd-2f38-4bc3-ab7a-bd0d5879bbde" providerId="ADAL" clId="{238375D4-38FF-4F09-9843-C6448D470409}" dt="2025-12-02T00:00:13.688" v="1257" actId="20577"/>
          <ac:spMkLst>
            <pc:docMk/>
            <pc:sldMk cId="3122448482" sldId="270"/>
            <ac:spMk id="2" creationId="{E5E73ECF-9234-50B8-3BF1-ED684680546E}"/>
          </ac:spMkLst>
        </pc:spChg>
        <pc:spChg chg="mod">
          <ac:chgData name="Filip Brutovský" userId="c01b95bd-2f38-4bc3-ab7a-bd0d5879bbde" providerId="ADAL" clId="{238375D4-38FF-4F09-9843-C6448D470409}" dt="2025-12-02T00:01:58.030" v="1264" actId="20577"/>
          <ac:spMkLst>
            <pc:docMk/>
            <pc:sldMk cId="3122448482" sldId="270"/>
            <ac:spMk id="3" creationId="{63AFD9AE-0452-904B-26FC-5F59BF4F5814}"/>
          </ac:spMkLst>
        </pc:spChg>
        <pc:spChg chg="del">
          <ac:chgData name="Filip Brutovský" userId="c01b95bd-2f38-4bc3-ab7a-bd0d5879bbde" providerId="ADAL" clId="{238375D4-38FF-4F09-9843-C6448D470409}" dt="2025-12-02T00:02:21.457" v="1267"/>
          <ac:spMkLst>
            <pc:docMk/>
            <pc:sldMk cId="3122448482" sldId="270"/>
            <ac:spMk id="4" creationId="{978F791C-E7D0-1124-E1A0-99C7ACDF4B55}"/>
          </ac:spMkLst>
        </pc:spChg>
        <pc:spChg chg="add mod">
          <ac:chgData name="Filip Brutovský" userId="c01b95bd-2f38-4bc3-ab7a-bd0d5879bbde" providerId="ADAL" clId="{238375D4-38FF-4F09-9843-C6448D470409}" dt="2025-12-02T00:39:40.032" v="1627" actId="5793"/>
          <ac:spMkLst>
            <pc:docMk/>
            <pc:sldMk cId="3122448482" sldId="270"/>
            <ac:spMk id="5" creationId="{05EECF86-41F8-5D30-5BD0-00140256EF93}"/>
          </ac:spMkLst>
        </pc:spChg>
      </pc:sldChg>
      <pc:sldChg chg="delSp modSp new mod">
        <pc:chgData name="Filip Brutovský" userId="c01b95bd-2f38-4bc3-ab7a-bd0d5879bbde" providerId="ADAL" clId="{238375D4-38FF-4F09-9843-C6448D470409}" dt="2025-12-02T01:00:05.424" v="1855" actId="20577"/>
        <pc:sldMkLst>
          <pc:docMk/>
          <pc:sldMk cId="2847431231" sldId="271"/>
        </pc:sldMkLst>
        <pc:spChg chg="mod">
          <ac:chgData name="Filip Brutovský" userId="c01b95bd-2f38-4bc3-ab7a-bd0d5879bbde" providerId="ADAL" clId="{238375D4-38FF-4F09-9843-C6448D470409}" dt="2025-12-02T00:50:21.107" v="1750" actId="20577"/>
          <ac:spMkLst>
            <pc:docMk/>
            <pc:sldMk cId="2847431231" sldId="271"/>
            <ac:spMk id="2" creationId="{592F9002-BDA9-137E-67DC-DC786B0107D2}"/>
          </ac:spMkLst>
        </pc:spChg>
        <pc:spChg chg="mod">
          <ac:chgData name="Filip Brutovský" userId="c01b95bd-2f38-4bc3-ab7a-bd0d5879bbde" providerId="ADAL" clId="{238375D4-38FF-4F09-9843-C6448D470409}" dt="2025-12-02T01:00:05.424" v="1855" actId="20577"/>
          <ac:spMkLst>
            <pc:docMk/>
            <pc:sldMk cId="2847431231" sldId="271"/>
            <ac:spMk id="3" creationId="{9488266A-A2F3-BEC2-CEFC-5EC32E4C7243}"/>
          </ac:spMkLst>
        </pc:spChg>
        <pc:spChg chg="del">
          <ac:chgData name="Filip Brutovský" userId="c01b95bd-2f38-4bc3-ab7a-bd0d5879bbde" providerId="ADAL" clId="{238375D4-38FF-4F09-9843-C6448D470409}" dt="2025-12-02T00:56:39.672" v="1827" actId="478"/>
          <ac:spMkLst>
            <pc:docMk/>
            <pc:sldMk cId="2847431231" sldId="271"/>
            <ac:spMk id="4" creationId="{0A0CABBE-1F68-A74D-C7D2-92E05CC4453D}"/>
          </ac:spMkLst>
        </pc:spChg>
      </pc:sldChg>
      <pc:sldChg chg="addSp delSp modSp new mod">
        <pc:chgData name="Filip Brutovský" userId="c01b95bd-2f38-4bc3-ab7a-bd0d5879bbde" providerId="ADAL" clId="{238375D4-38FF-4F09-9843-C6448D470409}" dt="2025-12-02T00:30:40.215" v="1495" actId="20577"/>
        <pc:sldMkLst>
          <pc:docMk/>
          <pc:sldMk cId="30950594" sldId="272"/>
        </pc:sldMkLst>
        <pc:spChg chg="mod">
          <ac:chgData name="Filip Brutovský" userId="c01b95bd-2f38-4bc3-ab7a-bd0d5879bbde" providerId="ADAL" clId="{238375D4-38FF-4F09-9843-C6448D470409}" dt="2025-12-02T00:26:55.747" v="1453" actId="20577"/>
          <ac:spMkLst>
            <pc:docMk/>
            <pc:sldMk cId="30950594" sldId="272"/>
            <ac:spMk id="2" creationId="{C0066350-0271-0C52-913C-D5E9E451BFF5}"/>
          </ac:spMkLst>
        </pc:spChg>
        <pc:spChg chg="del mod">
          <ac:chgData name="Filip Brutovský" userId="c01b95bd-2f38-4bc3-ab7a-bd0d5879bbde" providerId="ADAL" clId="{238375D4-38FF-4F09-9843-C6448D470409}" dt="2025-12-02T00:23:32.336" v="1408" actId="478"/>
          <ac:spMkLst>
            <pc:docMk/>
            <pc:sldMk cId="30950594" sldId="272"/>
            <ac:spMk id="3" creationId="{871E8331-DC58-8841-3255-FF0B40F0D012}"/>
          </ac:spMkLst>
        </pc:spChg>
        <pc:spChg chg="mod ord">
          <ac:chgData name="Filip Brutovský" userId="c01b95bd-2f38-4bc3-ab7a-bd0d5879bbde" providerId="ADAL" clId="{238375D4-38FF-4F09-9843-C6448D470409}" dt="2025-12-02T00:26:27.456" v="1451" actId="27636"/>
          <ac:spMkLst>
            <pc:docMk/>
            <pc:sldMk cId="30950594" sldId="272"/>
            <ac:spMk id="4" creationId="{0D8F60BB-056C-2095-8029-0E5595842ED9}"/>
          </ac:spMkLst>
        </pc:spChg>
        <pc:spChg chg="add mod ord">
          <ac:chgData name="Filip Brutovský" userId="c01b95bd-2f38-4bc3-ab7a-bd0d5879bbde" providerId="ADAL" clId="{238375D4-38FF-4F09-9843-C6448D470409}" dt="2025-12-02T00:24:31.058" v="1426" actId="1076"/>
          <ac:spMkLst>
            <pc:docMk/>
            <pc:sldMk cId="30950594" sldId="272"/>
            <ac:spMk id="5" creationId="{DA793327-1CEE-5716-57E2-E512C59EAE82}"/>
          </ac:spMkLst>
        </pc:spChg>
        <pc:spChg chg="add del mod">
          <ac:chgData name="Filip Brutovský" userId="c01b95bd-2f38-4bc3-ab7a-bd0d5879bbde" providerId="ADAL" clId="{238375D4-38FF-4F09-9843-C6448D470409}" dt="2025-12-02T00:25:41.751" v="1439" actId="478"/>
          <ac:spMkLst>
            <pc:docMk/>
            <pc:sldMk cId="30950594" sldId="272"/>
            <ac:spMk id="6" creationId="{0B097982-1B0C-81F3-F215-C567544EA0FB}"/>
          </ac:spMkLst>
        </pc:spChg>
        <pc:spChg chg="add mod">
          <ac:chgData name="Filip Brutovský" userId="c01b95bd-2f38-4bc3-ab7a-bd0d5879bbde" providerId="ADAL" clId="{238375D4-38FF-4F09-9843-C6448D470409}" dt="2025-12-02T00:25:06.390" v="1433" actId="14100"/>
          <ac:spMkLst>
            <pc:docMk/>
            <pc:sldMk cId="30950594" sldId="272"/>
            <ac:spMk id="7" creationId="{101161A9-48A9-2F29-6079-3FC3FF9835CA}"/>
          </ac:spMkLst>
        </pc:spChg>
        <pc:spChg chg="add del">
          <ac:chgData name="Filip Brutovský" userId="c01b95bd-2f38-4bc3-ab7a-bd0d5879bbde" providerId="ADAL" clId="{238375D4-38FF-4F09-9843-C6448D470409}" dt="2025-12-02T00:21:47.606" v="1395" actId="22"/>
          <ac:spMkLst>
            <pc:docMk/>
            <pc:sldMk cId="30950594" sldId="272"/>
            <ac:spMk id="9" creationId="{998470B2-92D6-49A1-287C-A41427E1A6FA}"/>
          </ac:spMkLst>
        </pc:spChg>
        <pc:spChg chg="add mod">
          <ac:chgData name="Filip Brutovský" userId="c01b95bd-2f38-4bc3-ab7a-bd0d5879bbde" providerId="ADAL" clId="{238375D4-38FF-4F09-9843-C6448D470409}" dt="2025-12-02T00:25:56.934" v="1445" actId="207"/>
          <ac:spMkLst>
            <pc:docMk/>
            <pc:sldMk cId="30950594" sldId="272"/>
            <ac:spMk id="11" creationId="{5E55F8F0-60C0-79EE-5CBB-35A355A41879}"/>
          </ac:spMkLst>
        </pc:spChg>
        <pc:spChg chg="add mod ord">
          <ac:chgData name="Filip Brutovský" userId="c01b95bd-2f38-4bc3-ab7a-bd0d5879bbde" providerId="ADAL" clId="{238375D4-38FF-4F09-9843-C6448D470409}" dt="2025-12-02T00:25:51.844" v="1443" actId="167"/>
          <ac:spMkLst>
            <pc:docMk/>
            <pc:sldMk cId="30950594" sldId="272"/>
            <ac:spMk id="12" creationId="{23901C23-F270-3217-3709-5D2698EC7F9D}"/>
          </ac:spMkLst>
        </pc:spChg>
        <pc:spChg chg="add mod">
          <ac:chgData name="Filip Brutovský" userId="c01b95bd-2f38-4bc3-ab7a-bd0d5879bbde" providerId="ADAL" clId="{238375D4-38FF-4F09-9843-C6448D470409}" dt="2025-12-02T00:30:40.215" v="1495" actId="20577"/>
          <ac:spMkLst>
            <pc:docMk/>
            <pc:sldMk cId="30950594" sldId="272"/>
            <ac:spMk id="14" creationId="{28DED448-EB27-35F7-E8DE-7ADDE09992B2}"/>
          </ac:spMkLst>
        </pc:spChg>
      </pc:sldChg>
      <pc:sldChg chg="addSp modSp add mod">
        <pc:chgData name="Filip Brutovský" userId="c01b95bd-2f38-4bc3-ab7a-bd0d5879bbde" providerId="ADAL" clId="{238375D4-38FF-4F09-9843-C6448D470409}" dt="2025-12-02T00:34:17.188" v="1531" actId="1076"/>
        <pc:sldMkLst>
          <pc:docMk/>
          <pc:sldMk cId="284706957" sldId="273"/>
        </pc:sldMkLst>
        <pc:spChg chg="add mod">
          <ac:chgData name="Filip Brutovský" userId="c01b95bd-2f38-4bc3-ab7a-bd0d5879bbde" providerId="ADAL" clId="{238375D4-38FF-4F09-9843-C6448D470409}" dt="2025-12-02T00:34:12.965" v="1530" actId="1076"/>
          <ac:spMkLst>
            <pc:docMk/>
            <pc:sldMk cId="284706957" sldId="273"/>
            <ac:spMk id="3" creationId="{F5641A29-487E-0541-CFEE-7B1741CB4C03}"/>
          </ac:spMkLst>
        </pc:spChg>
        <pc:spChg chg="mod">
          <ac:chgData name="Filip Brutovský" userId="c01b95bd-2f38-4bc3-ab7a-bd0d5879bbde" providerId="ADAL" clId="{238375D4-38FF-4F09-9843-C6448D470409}" dt="2025-12-02T00:34:07.364" v="1529" actId="1076"/>
          <ac:spMkLst>
            <pc:docMk/>
            <pc:sldMk cId="284706957" sldId="273"/>
            <ac:spMk id="4" creationId="{07F4EC60-48ED-2F07-8BE8-BC6D62F118C6}"/>
          </ac:spMkLst>
        </pc:spChg>
        <pc:spChg chg="mod">
          <ac:chgData name="Filip Brutovský" userId="c01b95bd-2f38-4bc3-ab7a-bd0d5879bbde" providerId="ADAL" clId="{238375D4-38FF-4F09-9843-C6448D470409}" dt="2025-12-02T00:34:07.364" v="1529" actId="1076"/>
          <ac:spMkLst>
            <pc:docMk/>
            <pc:sldMk cId="284706957" sldId="273"/>
            <ac:spMk id="5" creationId="{4B38213D-31BB-795A-2AB8-7FFA2AB1B117}"/>
          </ac:spMkLst>
        </pc:spChg>
        <pc:spChg chg="mod">
          <ac:chgData name="Filip Brutovský" userId="c01b95bd-2f38-4bc3-ab7a-bd0d5879bbde" providerId="ADAL" clId="{238375D4-38FF-4F09-9843-C6448D470409}" dt="2025-12-02T00:34:12.965" v="1530" actId="1076"/>
          <ac:spMkLst>
            <pc:docMk/>
            <pc:sldMk cId="284706957" sldId="273"/>
            <ac:spMk id="11" creationId="{0E6969A0-F852-D297-0F72-3DC255898E7C}"/>
          </ac:spMkLst>
        </pc:spChg>
        <pc:spChg chg="mod">
          <ac:chgData name="Filip Brutovský" userId="c01b95bd-2f38-4bc3-ab7a-bd0d5879bbde" providerId="ADAL" clId="{238375D4-38FF-4F09-9843-C6448D470409}" dt="2025-12-02T00:34:12.965" v="1530" actId="1076"/>
          <ac:spMkLst>
            <pc:docMk/>
            <pc:sldMk cId="284706957" sldId="273"/>
            <ac:spMk id="12" creationId="{D233B104-2338-1935-D751-ABFAA3F3FEB8}"/>
          </ac:spMkLst>
        </pc:spChg>
        <pc:spChg chg="mod">
          <ac:chgData name="Filip Brutovský" userId="c01b95bd-2f38-4bc3-ab7a-bd0d5879bbde" providerId="ADAL" clId="{238375D4-38FF-4F09-9843-C6448D470409}" dt="2025-12-02T00:34:17.188" v="1531" actId="1076"/>
          <ac:spMkLst>
            <pc:docMk/>
            <pc:sldMk cId="284706957" sldId="273"/>
            <ac:spMk id="14" creationId="{A219D1D7-FFC3-C7F0-9317-BC18E0F459D3}"/>
          </ac:spMkLst>
        </pc:spChg>
      </pc:sldChg>
      <pc:sldChg chg="add del">
        <pc:chgData name="Filip Brutovský" userId="c01b95bd-2f38-4bc3-ab7a-bd0d5879bbde" providerId="ADAL" clId="{238375D4-38FF-4F09-9843-C6448D470409}" dt="2025-12-02T00:28:51.485" v="1462" actId="47"/>
        <pc:sldMkLst>
          <pc:docMk/>
          <pc:sldMk cId="1974285283" sldId="273"/>
        </pc:sldMkLst>
      </pc:sldChg>
      <pc:sldChg chg="add del">
        <pc:chgData name="Filip Brutovský" userId="c01b95bd-2f38-4bc3-ab7a-bd0d5879bbde" providerId="ADAL" clId="{238375D4-38FF-4F09-9843-C6448D470409}" dt="2025-12-02T00:28:46.056" v="1461"/>
        <pc:sldMkLst>
          <pc:docMk/>
          <pc:sldMk cId="682911042" sldId="274"/>
        </pc:sldMkLst>
      </pc:sldChg>
      <pc:sldChg chg="addSp delSp modSp add mod">
        <pc:chgData name="Filip Brutovský" userId="c01b95bd-2f38-4bc3-ab7a-bd0d5879bbde" providerId="ADAL" clId="{238375D4-38FF-4F09-9843-C6448D470409}" dt="2025-12-02T00:40:32.816" v="1658" actId="20577"/>
        <pc:sldMkLst>
          <pc:docMk/>
          <pc:sldMk cId="1666923121" sldId="274"/>
        </pc:sldMkLst>
        <pc:spChg chg="mod">
          <ac:chgData name="Filip Brutovský" userId="c01b95bd-2f38-4bc3-ab7a-bd0d5879bbde" providerId="ADAL" clId="{238375D4-38FF-4F09-9843-C6448D470409}" dt="2025-12-02T00:36:08.634" v="1533"/>
          <ac:spMkLst>
            <pc:docMk/>
            <pc:sldMk cId="1666923121" sldId="274"/>
            <ac:spMk id="2" creationId="{A8310A5C-1618-58C0-288D-95A1AB3F2D70}"/>
          </ac:spMkLst>
        </pc:spChg>
        <pc:spChg chg="mod">
          <ac:chgData name="Filip Brutovský" userId="c01b95bd-2f38-4bc3-ab7a-bd0d5879bbde" providerId="ADAL" clId="{238375D4-38FF-4F09-9843-C6448D470409}" dt="2025-12-02T00:39:53.397" v="1629" actId="1076"/>
          <ac:spMkLst>
            <pc:docMk/>
            <pc:sldMk cId="1666923121" sldId="274"/>
            <ac:spMk id="3" creationId="{27B4A1B2-FF68-2A66-0AD0-093B87DE1AFD}"/>
          </ac:spMkLst>
        </pc:spChg>
        <pc:spChg chg="add del mod">
          <ac:chgData name="Filip Brutovský" userId="c01b95bd-2f38-4bc3-ab7a-bd0d5879bbde" providerId="ADAL" clId="{238375D4-38FF-4F09-9843-C6448D470409}" dt="2025-12-02T00:40:32.816" v="1658" actId="20577"/>
          <ac:spMkLst>
            <pc:docMk/>
            <pc:sldMk cId="1666923121" sldId="274"/>
            <ac:spMk id="4" creationId="{7E0C7672-4527-2B2D-7258-4C24177764D4}"/>
          </ac:spMkLst>
        </pc:spChg>
        <pc:spChg chg="del mod">
          <ac:chgData name="Filip Brutovský" userId="c01b95bd-2f38-4bc3-ab7a-bd0d5879bbde" providerId="ADAL" clId="{238375D4-38FF-4F09-9843-C6448D470409}" dt="2025-12-02T00:39:05.214" v="1618" actId="478"/>
          <ac:spMkLst>
            <pc:docMk/>
            <pc:sldMk cId="1666923121" sldId="274"/>
            <ac:spMk id="5" creationId="{8758EDFA-C494-CAFE-D022-F56786E72BC2}"/>
          </ac:spMkLst>
        </pc:spChg>
        <pc:spChg chg="add del mod">
          <ac:chgData name="Filip Brutovský" userId="c01b95bd-2f38-4bc3-ab7a-bd0d5879bbde" providerId="ADAL" clId="{238375D4-38FF-4F09-9843-C6448D470409}" dt="2025-12-02T00:39:20.387" v="1622" actId="478"/>
          <ac:spMkLst>
            <pc:docMk/>
            <pc:sldMk cId="1666923121" sldId="274"/>
            <ac:spMk id="7" creationId="{26404172-CEE3-2055-4320-E1374FC965A3}"/>
          </ac:spMkLst>
        </pc:spChg>
      </pc:sldChg>
      <pc:sldChg chg="addSp delSp modSp add mod">
        <pc:chgData name="Filip Brutovský" userId="c01b95bd-2f38-4bc3-ab7a-bd0d5879bbde" providerId="ADAL" clId="{238375D4-38FF-4F09-9843-C6448D470409}" dt="2025-12-02T00:44:16.460" v="1720" actId="5793"/>
        <pc:sldMkLst>
          <pc:docMk/>
          <pc:sldMk cId="2464497484" sldId="275"/>
        </pc:sldMkLst>
        <pc:spChg chg="mod">
          <ac:chgData name="Filip Brutovský" userId="c01b95bd-2f38-4bc3-ab7a-bd0d5879bbde" providerId="ADAL" clId="{238375D4-38FF-4F09-9843-C6448D470409}" dt="2025-12-02T00:41:02.446" v="1660"/>
          <ac:spMkLst>
            <pc:docMk/>
            <pc:sldMk cId="2464497484" sldId="275"/>
            <ac:spMk id="2" creationId="{0E6876DC-A7FE-7FBB-5FD7-0838CBB437AA}"/>
          </ac:spMkLst>
        </pc:spChg>
        <pc:spChg chg="add mod">
          <ac:chgData name="Filip Brutovský" userId="c01b95bd-2f38-4bc3-ab7a-bd0d5879bbde" providerId="ADAL" clId="{238375D4-38FF-4F09-9843-C6448D470409}" dt="2025-12-02T00:42:39.022" v="1684" actId="1076"/>
          <ac:spMkLst>
            <pc:docMk/>
            <pc:sldMk cId="2464497484" sldId="275"/>
            <ac:spMk id="3" creationId="{EA6525B0-C05A-6282-6E19-A69609A47AE7}"/>
          </ac:spMkLst>
        </pc:spChg>
        <pc:spChg chg="mod">
          <ac:chgData name="Filip Brutovský" userId="c01b95bd-2f38-4bc3-ab7a-bd0d5879bbde" providerId="ADAL" clId="{238375D4-38FF-4F09-9843-C6448D470409}" dt="2025-12-02T00:44:16.460" v="1720" actId="5793"/>
          <ac:spMkLst>
            <pc:docMk/>
            <pc:sldMk cId="2464497484" sldId="275"/>
            <ac:spMk id="4" creationId="{0F93932F-3199-0E3A-7A3A-7812A002D125}"/>
          </ac:spMkLst>
        </pc:spChg>
        <pc:spChg chg="mod">
          <ac:chgData name="Filip Brutovský" userId="c01b95bd-2f38-4bc3-ab7a-bd0d5879bbde" providerId="ADAL" clId="{238375D4-38FF-4F09-9843-C6448D470409}" dt="2025-12-02T00:44:06.830" v="1714" actId="14100"/>
          <ac:spMkLst>
            <pc:docMk/>
            <pc:sldMk cId="2464497484" sldId="275"/>
            <ac:spMk id="5" creationId="{BC5C8B28-0CF1-8883-6F88-021B2333E5BA}"/>
          </ac:spMkLst>
        </pc:spChg>
        <pc:spChg chg="mod">
          <ac:chgData name="Filip Brutovský" userId="c01b95bd-2f38-4bc3-ab7a-bd0d5879bbde" providerId="ADAL" clId="{238375D4-38FF-4F09-9843-C6448D470409}" dt="2025-12-02T00:43:18.883" v="1694" actId="20577"/>
          <ac:spMkLst>
            <pc:docMk/>
            <pc:sldMk cId="2464497484" sldId="275"/>
            <ac:spMk id="11" creationId="{CE69DF47-AAF5-146E-FBC0-4589E7B3D2D1}"/>
          </ac:spMkLst>
        </pc:spChg>
        <pc:spChg chg="add del mod">
          <ac:chgData name="Filip Brutovský" userId="c01b95bd-2f38-4bc3-ab7a-bd0d5879bbde" providerId="ADAL" clId="{238375D4-38FF-4F09-9843-C6448D470409}" dt="2025-12-02T00:42:21.007" v="1672"/>
          <ac:spMkLst>
            <pc:docMk/>
            <pc:sldMk cId="2464497484" sldId="275"/>
            <ac:spMk id="14" creationId="{21E1D687-437C-D6BF-BA99-53E89D7E2EC1}"/>
          </ac:spMkLst>
        </pc:spChg>
      </pc:sldChg>
      <pc:sldChg chg="addSp delSp modSp new mod">
        <pc:chgData name="Filip Brutovský" userId="c01b95bd-2f38-4bc3-ab7a-bd0d5879bbde" providerId="ADAL" clId="{238375D4-38FF-4F09-9843-C6448D470409}" dt="2025-12-02T01:04:58.519" v="1875" actId="1076"/>
        <pc:sldMkLst>
          <pc:docMk/>
          <pc:sldMk cId="1523389882" sldId="276"/>
        </pc:sldMkLst>
        <pc:spChg chg="del">
          <ac:chgData name="Filip Brutovský" userId="c01b95bd-2f38-4bc3-ab7a-bd0d5879bbde" providerId="ADAL" clId="{238375D4-38FF-4F09-9843-C6448D470409}" dt="2025-12-02T01:02:55.131" v="1865" actId="478"/>
          <ac:spMkLst>
            <pc:docMk/>
            <pc:sldMk cId="1523389882" sldId="276"/>
            <ac:spMk id="2" creationId="{D62435AE-4608-919C-E292-3F70603939F8}"/>
          </ac:spMkLst>
        </pc:spChg>
        <pc:spChg chg="del">
          <ac:chgData name="Filip Brutovský" userId="c01b95bd-2f38-4bc3-ab7a-bd0d5879bbde" providerId="ADAL" clId="{238375D4-38FF-4F09-9843-C6448D470409}" dt="2025-12-02T01:02:54.159" v="1864" actId="478"/>
          <ac:spMkLst>
            <pc:docMk/>
            <pc:sldMk cId="1523389882" sldId="276"/>
            <ac:spMk id="3" creationId="{2D948A0C-E8EA-B944-6535-0F73337D6A02}"/>
          </ac:spMkLst>
        </pc:spChg>
        <pc:spChg chg="del">
          <ac:chgData name="Filip Brutovský" userId="c01b95bd-2f38-4bc3-ab7a-bd0d5879bbde" providerId="ADAL" clId="{238375D4-38FF-4F09-9843-C6448D470409}" dt="2025-12-02T01:02:53.464" v="1863" actId="478"/>
          <ac:spMkLst>
            <pc:docMk/>
            <pc:sldMk cId="1523389882" sldId="276"/>
            <ac:spMk id="4" creationId="{56DC9815-B4CA-E407-3CC2-D7FB8A08BEF9}"/>
          </ac:spMkLst>
        </pc:spChg>
        <pc:spChg chg="add mod">
          <ac:chgData name="Filip Brutovský" userId="c01b95bd-2f38-4bc3-ab7a-bd0d5879bbde" providerId="ADAL" clId="{238375D4-38FF-4F09-9843-C6448D470409}" dt="2025-12-02T01:04:58.519" v="1875" actId="1076"/>
          <ac:spMkLst>
            <pc:docMk/>
            <pc:sldMk cId="1523389882" sldId="276"/>
            <ac:spMk id="9" creationId="{D2B12778-AB71-2323-15C0-1766393E38F0}"/>
          </ac:spMkLst>
        </pc:spChg>
        <pc:spChg chg="add mod">
          <ac:chgData name="Filip Brutovský" userId="c01b95bd-2f38-4bc3-ab7a-bd0d5879bbde" providerId="ADAL" clId="{238375D4-38FF-4F09-9843-C6448D470409}" dt="2025-12-02T01:04:58.519" v="1875" actId="1076"/>
          <ac:spMkLst>
            <pc:docMk/>
            <pc:sldMk cId="1523389882" sldId="276"/>
            <ac:spMk id="10" creationId="{2330FAAA-3B83-3794-D977-0960556095A5}"/>
          </ac:spMkLst>
        </pc:spChg>
        <pc:picChg chg="add mod">
          <ac:chgData name="Filip Brutovský" userId="c01b95bd-2f38-4bc3-ab7a-bd0d5879bbde" providerId="ADAL" clId="{238375D4-38FF-4F09-9843-C6448D470409}" dt="2025-12-02T01:02:47.960" v="1862" actId="1076"/>
          <ac:picMkLst>
            <pc:docMk/>
            <pc:sldMk cId="1523389882" sldId="276"/>
            <ac:picMk id="6" creationId="{98FD92E6-A5BD-6D61-C231-3745C9A35BCD}"/>
          </ac:picMkLst>
        </pc:picChg>
        <pc:picChg chg="add mod">
          <ac:chgData name="Filip Brutovský" userId="c01b95bd-2f38-4bc3-ab7a-bd0d5879bbde" providerId="ADAL" clId="{238375D4-38FF-4F09-9843-C6448D470409}" dt="2025-12-02T01:02:45.376" v="1861" actId="1076"/>
          <ac:picMkLst>
            <pc:docMk/>
            <pc:sldMk cId="1523389882" sldId="276"/>
            <ac:picMk id="8" creationId="{D81166A5-9915-6127-BF38-DB3784A671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eFilko/PIB_SQL_injecti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D1CCA8-8580-D81B-600B-B527AC5B2C49}"/>
              </a:ext>
            </a:extLst>
          </p:cNvPr>
          <p:cNvSpPr/>
          <p:nvPr/>
        </p:nvSpPr>
        <p:spPr>
          <a:xfrm rot="5400000">
            <a:off x="1472044" y="277213"/>
            <a:ext cx="5428908" cy="627605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GB" sz="3600" dirty="0">
                <a:latin typeface="Century Schoolbook"/>
              </a:rPr>
              <a:t>Protection against SQL injection attacks</a:t>
            </a:r>
            <a:endParaRPr lang="en-US" sz="3600" dirty="0">
              <a:latin typeface="Century Schoolbook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1050" dirty="0">
                <a:latin typeface="Century Schoolbook"/>
              </a:rPr>
              <a:t>2.progress report</a:t>
            </a:r>
          </a:p>
          <a:p>
            <a:pPr algn="l"/>
            <a:r>
              <a:rPr lang="en-GB" sz="1050" dirty="0">
                <a:latin typeface="Century Schoolbook"/>
              </a:rPr>
              <a:t>Filip Brutovský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9962-3DEC-CDA9-9626-C59CE4A2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Progress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B6CC-CFE4-AA5E-AB41-34B914D6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5392" y="1819373"/>
            <a:ext cx="5181600" cy="224874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4. Results of the testing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5. Securing the application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6. Repeated testing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7. Conclusion and results</a:t>
            </a: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F5E46D-CBE2-D4FC-61E3-9BA6022B4335}"/>
              </a:ext>
            </a:extLst>
          </p:cNvPr>
          <p:cNvCxnSpPr>
            <a:cxnSpLocks/>
          </p:cNvCxnSpPr>
          <p:nvPr/>
        </p:nvCxnSpPr>
        <p:spPr>
          <a:xfrm>
            <a:off x="1324947" y="5887617"/>
            <a:ext cx="90227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6F6F57-D6CD-7A74-A1C8-BA60C46E3B5B}"/>
              </a:ext>
            </a:extLst>
          </p:cNvPr>
          <p:cNvSpPr txBox="1">
            <a:spLocks/>
          </p:cNvSpPr>
          <p:nvPr/>
        </p:nvSpPr>
        <p:spPr>
          <a:xfrm>
            <a:off x="1189654" y="1824088"/>
            <a:ext cx="5181600" cy="2519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1. App development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2. Manual testing </a:t>
            </a:r>
          </a:p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3. Automated testing</a:t>
            </a: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483045-E83D-1F94-D097-7587DBD34D3E}"/>
              </a:ext>
            </a:extLst>
          </p:cNvPr>
          <p:cNvSpPr/>
          <p:nvPr/>
        </p:nvSpPr>
        <p:spPr>
          <a:xfrm>
            <a:off x="2579138" y="5697928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3894DA-16CD-BCF3-9F14-FE22B7F83F5B}"/>
              </a:ext>
            </a:extLst>
          </p:cNvPr>
          <p:cNvSpPr/>
          <p:nvPr/>
        </p:nvSpPr>
        <p:spPr>
          <a:xfrm>
            <a:off x="3602395" y="5697927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612EEF-4079-9C7A-34C7-891C863680A5}"/>
              </a:ext>
            </a:extLst>
          </p:cNvPr>
          <p:cNvSpPr/>
          <p:nvPr/>
        </p:nvSpPr>
        <p:spPr>
          <a:xfrm>
            <a:off x="4638869" y="5697928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BF5C75-B15B-0CD9-0E4A-C6D6233372D6}"/>
              </a:ext>
            </a:extLst>
          </p:cNvPr>
          <p:cNvSpPr/>
          <p:nvPr/>
        </p:nvSpPr>
        <p:spPr>
          <a:xfrm>
            <a:off x="5685453" y="5701003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98AD031-715A-45FB-A7BB-03592EB527F0}"/>
              </a:ext>
            </a:extLst>
          </p:cNvPr>
          <p:cNvSpPr/>
          <p:nvPr/>
        </p:nvSpPr>
        <p:spPr>
          <a:xfrm>
            <a:off x="6797351" y="5701004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C7A33B-F22E-719D-88FA-E4906F8C5413}"/>
              </a:ext>
            </a:extLst>
          </p:cNvPr>
          <p:cNvSpPr/>
          <p:nvPr/>
        </p:nvSpPr>
        <p:spPr>
          <a:xfrm>
            <a:off x="7909249" y="5701004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1C18CA-7B3B-2CAD-C913-D31ED46A3A0C}"/>
              </a:ext>
            </a:extLst>
          </p:cNvPr>
          <p:cNvSpPr/>
          <p:nvPr/>
        </p:nvSpPr>
        <p:spPr>
          <a:xfrm>
            <a:off x="8955833" y="5701004"/>
            <a:ext cx="373224" cy="3732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GB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38DEF21-6155-8262-31C6-890C4479B18E}"/>
              </a:ext>
            </a:extLst>
          </p:cNvPr>
          <p:cNvSpPr/>
          <p:nvPr/>
        </p:nvSpPr>
        <p:spPr>
          <a:xfrm rot="10800000">
            <a:off x="7717971" y="5087123"/>
            <a:ext cx="755779" cy="62514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C10D36D-22AC-E4A4-0481-A428F3F24B6F}"/>
              </a:ext>
            </a:extLst>
          </p:cNvPr>
          <p:cNvSpPr txBox="1">
            <a:spLocks/>
          </p:cNvSpPr>
          <p:nvPr/>
        </p:nvSpPr>
        <p:spPr>
          <a:xfrm>
            <a:off x="7118115" y="4630675"/>
            <a:ext cx="2276671" cy="596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We are here</a:t>
            </a:r>
            <a:endParaRPr lang="en-GB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0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BC66-A1B5-91B3-BA94-E2797E00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Testing Tools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1CF2-6B0A-1A46-987B-CEC92E06DC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7D20BF-FD54-4B58-8DC0-41495473811F}"/>
              </a:ext>
            </a:extLst>
          </p:cNvPr>
          <p:cNvSpPr/>
          <p:nvPr/>
        </p:nvSpPr>
        <p:spPr>
          <a:xfrm>
            <a:off x="6304383" y="1428395"/>
            <a:ext cx="5680563" cy="489672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6D666E-87F0-2642-5A8F-36B012AE62C7}"/>
              </a:ext>
            </a:extLst>
          </p:cNvPr>
          <p:cNvSpPr/>
          <p:nvPr/>
        </p:nvSpPr>
        <p:spPr>
          <a:xfrm>
            <a:off x="387220" y="1428395"/>
            <a:ext cx="5798976" cy="48977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B092AD-CF16-885F-F203-E87F9DC0788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Burp suite</a:t>
            </a:r>
            <a:endParaRPr lang="en-GB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Request Analysis: Examine exact HTTP parameters sent to server</a:t>
            </a:r>
          </a:p>
          <a:p>
            <a: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  <a:t>Response Analysis: Observe error messages and data leakage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en-GB" sz="1500" dirty="0">
                <a:solidFill>
                  <a:schemeClr val="bg1"/>
                </a:solidFill>
                <a:latin typeface="Century Schoolbook" panose="02040604050505020304" pitchFamily="18" charset="0"/>
              </a:rPr>
            </a:br>
            <a:endParaRPr lang="en-GB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5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6DBDE29-587A-9C68-1984-44CAEA933833}"/>
              </a:ext>
            </a:extLst>
          </p:cNvPr>
          <p:cNvSpPr txBox="1">
            <a:spLocks/>
          </p:cNvSpPr>
          <p:nvPr/>
        </p:nvSpPr>
        <p:spPr>
          <a:xfrm>
            <a:off x="6470779" y="1825625"/>
            <a:ext cx="55843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latin typeface="Century Schoolbook" panose="02040604050505020304" pitchFamily="18" charset="0"/>
              </a:rPr>
              <a:t>Sqlmap</a:t>
            </a:r>
            <a:endParaRPr lang="en-GB" sz="1500" dirty="0">
              <a:latin typeface="Century Schoolbook" panose="02040604050505020304" pitchFamily="18" charset="0"/>
            </a:endParaRPr>
          </a:p>
          <a:p>
            <a:r>
              <a:rPr lang="en-GB" sz="1500" dirty="0">
                <a:latin typeface="Century Schoolbook" panose="02040604050505020304" pitchFamily="18" charset="0"/>
              </a:rPr>
              <a:t>Run </a:t>
            </a:r>
            <a:r>
              <a:rPr lang="en-GB" sz="1500" dirty="0" err="1">
                <a:latin typeface="Century Schoolbook" panose="02040604050505020304" pitchFamily="18" charset="0"/>
              </a:rPr>
              <a:t>sqlmap</a:t>
            </a:r>
            <a:r>
              <a:rPr lang="en-GB" sz="1500" dirty="0">
                <a:latin typeface="Century Schoolbook" panose="02040604050505020304" pitchFamily="18" charset="0"/>
              </a:rPr>
              <a:t> with specific parameters</a:t>
            </a:r>
          </a:p>
          <a:p>
            <a:r>
              <a:rPr lang="en-GB" sz="1500" dirty="0">
                <a:latin typeface="Century Schoolbook" panose="02040604050505020304" pitchFamily="18" charset="0"/>
              </a:rPr>
              <a:t>&lt;python sqlmap.py -r </a:t>
            </a:r>
            <a:r>
              <a:rPr lang="en-GB" sz="1500" dirty="0" err="1">
                <a:latin typeface="Century Schoolbook" panose="02040604050505020304" pitchFamily="18" charset="0"/>
              </a:rPr>
              <a:t>login.req</a:t>
            </a:r>
            <a:r>
              <a:rPr lang="en-GB" sz="1500" dirty="0">
                <a:latin typeface="Century Schoolbook" panose="02040604050505020304" pitchFamily="18" charset="0"/>
              </a:rPr>
              <a:t> --level=5 --risk=3 –batch&gt;</a:t>
            </a:r>
          </a:p>
          <a:p>
            <a:endParaRPr lang="en-GB" sz="1500" dirty="0">
              <a:latin typeface="Century Schoolbook" panose="02040604050505020304" pitchFamily="18" charset="0"/>
            </a:endParaRPr>
          </a:p>
          <a:p>
            <a:r>
              <a:rPr lang="en-GB" sz="1500" dirty="0">
                <a:latin typeface="Century Schoolbook" panose="02040604050505020304" pitchFamily="18" charset="0"/>
              </a:rPr>
              <a:t>&lt;python sqlmap.py -r </a:t>
            </a:r>
            <a:r>
              <a:rPr lang="en-GB" sz="1500" dirty="0" err="1">
                <a:latin typeface="Century Schoolbook" panose="02040604050505020304" pitchFamily="18" charset="0"/>
              </a:rPr>
              <a:t>login.req</a:t>
            </a:r>
            <a:r>
              <a:rPr lang="en-GB" sz="1500" dirty="0">
                <a:latin typeface="Century Schoolbook" panose="02040604050505020304" pitchFamily="18" charset="0"/>
              </a:rPr>
              <a:t> --dump –batch&gt; </a:t>
            </a:r>
          </a:p>
          <a:p>
            <a:endParaRPr lang="en-GB" sz="1500" dirty="0">
              <a:latin typeface="Century Schoolbook" panose="02040604050505020304" pitchFamily="18" charset="0"/>
            </a:endParaRPr>
          </a:p>
          <a:p>
            <a:r>
              <a:rPr lang="en-GB" sz="1500" dirty="0">
                <a:latin typeface="Century Schoolbook" panose="02040604050505020304" pitchFamily="18" charset="0"/>
              </a:rPr>
              <a:t>&lt;python sqlmap.py -r </a:t>
            </a:r>
            <a:r>
              <a:rPr lang="en-GB" sz="1500" dirty="0" err="1">
                <a:latin typeface="Century Schoolbook" panose="02040604050505020304" pitchFamily="18" charset="0"/>
              </a:rPr>
              <a:t>login.req</a:t>
            </a:r>
            <a:r>
              <a:rPr lang="en-GB" sz="1500" dirty="0">
                <a:latin typeface="Century Schoolbook" panose="02040604050505020304" pitchFamily="18" charset="0"/>
              </a:rPr>
              <a:t> --level=5 --risk=3 </a:t>
            </a:r>
          </a:p>
          <a:p>
            <a:pPr marL="0" indent="0">
              <a:buNone/>
            </a:pPr>
            <a:r>
              <a:rPr lang="en-GB" sz="1500" dirty="0">
                <a:latin typeface="Century Schoolbook" panose="02040604050505020304" pitchFamily="18" charset="0"/>
              </a:rPr>
              <a:t>--schema –batch&gt;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5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98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3ECF-9234-50B8-3BF1-ED684680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Vulnerable application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D9AE-0452-904B-26FC-5F59BF4F58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>
                <a:latin typeface="Century Schoolbook" panose="02040604050505020304" pitchFamily="18" charset="0"/>
              </a:rPr>
              <a:t>Vulnerable Components</a:t>
            </a:r>
          </a:p>
          <a:p>
            <a:endParaRPr lang="en-GB" b="1" dirty="0">
              <a:latin typeface="Century Schoolbook" panose="02040604050505020304" pitchFamily="18" charset="0"/>
            </a:endParaRPr>
          </a:p>
          <a:p>
            <a:r>
              <a:rPr lang="en-GB" sz="2000" b="1" dirty="0">
                <a:latin typeface="Century Schoolbook" panose="02040604050505020304" pitchFamily="18" charset="0"/>
              </a:rPr>
              <a:t>Login Form:</a:t>
            </a:r>
            <a:r>
              <a:rPr lang="en-GB" sz="2000" dirty="0">
                <a:latin typeface="Century Schoolbook" panose="02040604050505020304" pitchFamily="18" charset="0"/>
              </a:rPr>
              <a:t> Direct string interpolation</a:t>
            </a:r>
          </a:p>
          <a:p>
            <a:r>
              <a:rPr lang="en-GB" sz="2000" b="1" dirty="0">
                <a:latin typeface="Century Schoolbook" panose="02040604050505020304" pitchFamily="18" charset="0"/>
              </a:rPr>
              <a:t>Search Function:</a:t>
            </a:r>
            <a:r>
              <a:rPr lang="en-GB" sz="2000" dirty="0">
                <a:latin typeface="Century Schoolbook" panose="02040604050505020304" pitchFamily="18" charset="0"/>
              </a:rPr>
              <a:t> Unparameterized queries</a:t>
            </a:r>
          </a:p>
          <a:p>
            <a:r>
              <a:rPr lang="en-GB" sz="2000" b="1" dirty="0">
                <a:latin typeface="Century Schoolbook" panose="02040604050505020304" pitchFamily="18" charset="0"/>
              </a:rPr>
              <a:t>Dashboard:</a:t>
            </a:r>
            <a:r>
              <a:rPr lang="en-GB" sz="2000" dirty="0">
                <a:latin typeface="Century Schoolbook" panose="02040604050505020304" pitchFamily="18" charset="0"/>
              </a:rPr>
              <a:t> Wide joined queries</a:t>
            </a: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EECF86-41F8-5D30-5BD0-00140256E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dirty="0">
                <a:latin typeface="Century Schoolbook" panose="02040604050505020304" pitchFamily="18" charset="0"/>
              </a:rPr>
              <a:t>Key vulnerability: </a:t>
            </a:r>
          </a:p>
          <a:p>
            <a:pPr marL="0" indent="0">
              <a:buNone/>
            </a:pPr>
            <a:r>
              <a:rPr lang="en-GB" dirty="0">
                <a:latin typeface="Century Schoolbook" panose="02040604050505020304" pitchFamily="18" charset="0"/>
              </a:rPr>
              <a:t>SQL queries constructed using string concatenation with user input</a:t>
            </a:r>
            <a:endParaRPr lang="en-US" dirty="0">
              <a:latin typeface="Century Schoolbook" panose="02040604050505020304" pitchFamily="18" charset="0"/>
            </a:endParaRP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4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3901C23-F270-3217-3709-5D2698EC7F9D}"/>
              </a:ext>
            </a:extLst>
          </p:cNvPr>
          <p:cNvSpPr txBox="1">
            <a:spLocks/>
          </p:cNvSpPr>
          <p:nvPr/>
        </p:nvSpPr>
        <p:spPr>
          <a:xfrm>
            <a:off x="3741730" y="4179660"/>
            <a:ext cx="7753584" cy="23807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chemeClr val="accent4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066350-0271-0C52-913C-D5E9E451B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Century Schoolbook" panose="02040604050505020304" pitchFamily="18" charset="0"/>
              </a:rPr>
              <a:t>Vulnerable application</a:t>
            </a:r>
            <a:endParaRPr lang="en-GB" sz="2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01161A9-48A9-2F29-6079-3FC3FF9835CA}"/>
              </a:ext>
            </a:extLst>
          </p:cNvPr>
          <p:cNvSpPr txBox="1">
            <a:spLocks/>
          </p:cNvSpPr>
          <p:nvPr/>
        </p:nvSpPr>
        <p:spPr>
          <a:xfrm>
            <a:off x="5091404" y="4158796"/>
            <a:ext cx="8575558" cy="238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Century Schoolbook" panose="020406040505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793327-1CEE-5716-57E2-E512C59EAE82}"/>
              </a:ext>
            </a:extLst>
          </p:cNvPr>
          <p:cNvSpPr/>
          <p:nvPr/>
        </p:nvSpPr>
        <p:spPr>
          <a:xfrm>
            <a:off x="132339" y="1219362"/>
            <a:ext cx="6960637" cy="27898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F60BB-056C-2095-8029-0E5595842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485" y="1496008"/>
            <a:ext cx="6702491" cy="2380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b="1" dirty="0">
                <a:latin typeface="Century Schoolbook" panose="02040604050505020304" pitchFamily="18" charset="0"/>
              </a:rPr>
              <a:t>Time-Based </a:t>
            </a:r>
          </a:p>
          <a:p>
            <a:pPr marL="0" indent="0">
              <a:buNone/>
            </a:pPr>
            <a:r>
              <a:rPr lang="en-GB" sz="1800" dirty="0">
                <a:latin typeface="Century Schoolbook" panose="02040604050505020304" pitchFamily="18" charset="0"/>
              </a:rPr>
              <a:t>(</a:t>
            </a:r>
            <a:r>
              <a:rPr lang="en-GB" sz="1800" dirty="0" err="1">
                <a:latin typeface="Century Schoolbook" panose="02040604050505020304" pitchFamily="18" charset="0"/>
              </a:rPr>
              <a:t>valid_username</a:t>
            </a:r>
            <a:r>
              <a:rPr lang="en-GB" sz="1800" dirty="0">
                <a:latin typeface="Century Schoolbook" panose="02040604050505020304" pitchFamily="18" charset="0"/>
              </a:rPr>
              <a:t>)' AND </a:t>
            </a:r>
            <a:r>
              <a:rPr lang="en-GB" sz="1800" dirty="0" err="1">
                <a:latin typeface="Century Schoolbook" panose="02040604050505020304" pitchFamily="18" charset="0"/>
              </a:rPr>
              <a:t>pg_sleep</a:t>
            </a:r>
            <a:r>
              <a:rPr lang="en-GB" sz="1800" dirty="0">
                <a:latin typeface="Century Schoolbook" panose="02040604050505020304" pitchFamily="18" charset="0"/>
              </a:rPr>
              <a:t>(10) IS NULL --</a:t>
            </a:r>
          </a:p>
          <a:p>
            <a:pPr marL="0" indent="0">
              <a:buNone/>
            </a:pPr>
            <a:r>
              <a:rPr lang="en-GB" sz="1800" b="1" dirty="0">
                <a:latin typeface="Century Schoolbook" panose="02040604050505020304" pitchFamily="18" charset="0"/>
              </a:rPr>
              <a:t>Result:</a:t>
            </a:r>
            <a:r>
              <a:rPr lang="en-GB" sz="1800" dirty="0">
                <a:latin typeface="Century Schoolbook" panose="02040604050505020304" pitchFamily="18" charset="0"/>
              </a:rPr>
              <a:t> System delayed 10 seconds - confirmed valid username</a:t>
            </a:r>
          </a:p>
          <a:p>
            <a:pPr marL="0" indent="0">
              <a:buNone/>
            </a:pPr>
            <a:r>
              <a:rPr lang="en-GB" sz="1800" b="1" dirty="0">
                <a:latin typeface="Century Schoolbook" panose="02040604050505020304" pitchFamily="18" charset="0"/>
              </a:rPr>
              <a:t>Error-Based </a:t>
            </a:r>
          </a:p>
          <a:p>
            <a:pPr marL="0" indent="0">
              <a:buNone/>
            </a:pPr>
            <a:r>
              <a:rPr lang="en-GB" sz="1800" dirty="0">
                <a:latin typeface="Century Schoolbook" panose="02040604050505020304" pitchFamily="18" charset="0"/>
              </a:rPr>
              <a:t>(</a:t>
            </a:r>
            <a:r>
              <a:rPr lang="en-GB" sz="1800" dirty="0" err="1">
                <a:latin typeface="Century Schoolbook" panose="02040604050505020304" pitchFamily="18" charset="0"/>
              </a:rPr>
              <a:t>valid_username</a:t>
            </a:r>
            <a:r>
              <a:rPr lang="en-GB" sz="1800" dirty="0">
                <a:latin typeface="Century Schoolbook" panose="02040604050505020304" pitchFamily="18" charset="0"/>
              </a:rPr>
              <a:t>)' AND 0/1 = 1--</a:t>
            </a:r>
          </a:p>
          <a:p>
            <a:pPr marL="0" indent="0">
              <a:buNone/>
            </a:pPr>
            <a:r>
              <a:rPr lang="en-GB" sz="1800" b="1" dirty="0">
                <a:latin typeface="Century Schoolbook" panose="02040604050505020304" pitchFamily="18" charset="0"/>
              </a:rPr>
              <a:t>Result:</a:t>
            </a:r>
            <a:r>
              <a:rPr lang="en-GB" sz="1800" dirty="0">
                <a:latin typeface="Century Schoolbook" panose="02040604050505020304" pitchFamily="18" charset="0"/>
              </a:rPr>
              <a:t> Database error exposed - confirmed valid username</a:t>
            </a:r>
          </a:p>
          <a:p>
            <a:endParaRPr lang="en-GB" sz="1800" dirty="0">
              <a:latin typeface="Century Schoolbook" panose="020406040505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5F8F0-60C0-79EE-5CBB-35A355A41879}"/>
              </a:ext>
            </a:extLst>
          </p:cNvPr>
          <p:cNvSpPr txBox="1"/>
          <p:nvPr/>
        </p:nvSpPr>
        <p:spPr>
          <a:xfrm>
            <a:off x="4198776" y="4346329"/>
            <a:ext cx="72965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Login Bypass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' OR 1=1; --</a:t>
            </a:r>
          </a:p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Result: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 Successfully bypassed authentication</a:t>
            </a:r>
          </a:p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Union-Based Extraction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' UNION ALL SELECT id, </a:t>
            </a:r>
            <a:r>
              <a:rPr lang="en-GB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password_hash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, email FROM users;--</a:t>
            </a:r>
          </a:p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Result: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 Extracted password hashes and emails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DED448-EB27-35F7-E8DE-7ADDE09992B2}"/>
              </a:ext>
            </a:extLst>
          </p:cNvPr>
          <p:cNvSpPr txBox="1"/>
          <p:nvPr/>
        </p:nvSpPr>
        <p:spPr>
          <a:xfrm>
            <a:off x="7545834" y="2095849"/>
            <a:ext cx="36666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Century Schoolbook" panose="02040604050505020304" pitchFamily="18" charset="0"/>
              </a:rPr>
              <a:t>Manual attack results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095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CEF6-DC62-3499-CC3C-832C14BF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233B104-2338-1935-D751-ABFAA3F3FEB8}"/>
              </a:ext>
            </a:extLst>
          </p:cNvPr>
          <p:cNvSpPr txBox="1">
            <a:spLocks/>
          </p:cNvSpPr>
          <p:nvPr/>
        </p:nvSpPr>
        <p:spPr>
          <a:xfrm>
            <a:off x="4177042" y="1414254"/>
            <a:ext cx="7753584" cy="23807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chemeClr val="accent4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D0326-AFAD-FBD5-BEC8-05CAB5A7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Century Schoolbook" panose="02040604050505020304" pitchFamily="18" charset="0"/>
              </a:rPr>
              <a:t>Vulnerable application</a:t>
            </a:r>
            <a:endParaRPr lang="en-GB" sz="2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EA51B39-33C1-D4E1-6386-A988DFB0090E}"/>
              </a:ext>
            </a:extLst>
          </p:cNvPr>
          <p:cNvSpPr txBox="1">
            <a:spLocks/>
          </p:cNvSpPr>
          <p:nvPr/>
        </p:nvSpPr>
        <p:spPr>
          <a:xfrm>
            <a:off x="5091404" y="4158796"/>
            <a:ext cx="8575558" cy="238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Century Schoolbook" panose="020406040505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38213D-31BB-795A-2AB8-7FFA2AB1B117}"/>
              </a:ext>
            </a:extLst>
          </p:cNvPr>
          <p:cNvSpPr/>
          <p:nvPr/>
        </p:nvSpPr>
        <p:spPr>
          <a:xfrm>
            <a:off x="84415" y="3927462"/>
            <a:ext cx="6960637" cy="27898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4EC60-48ED-2F07-8BE8-BC6D62F11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561" y="4204108"/>
            <a:ext cx="6702491" cy="23807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Century Schoolbook" panose="02040604050505020304" pitchFamily="18" charset="0"/>
              </a:rPr>
              <a:t>Vulnerability Detection</a:t>
            </a:r>
          </a:p>
          <a:p>
            <a:pPr marL="0" indent="0">
              <a:buNone/>
            </a:pPr>
            <a:r>
              <a:rPr lang="en-GB" dirty="0">
                <a:latin typeface="Century Schoolbook" panose="02040604050505020304" pitchFamily="18" charset="0"/>
              </a:rPr>
              <a:t>python sqlmap.py -r </a:t>
            </a:r>
            <a:r>
              <a:rPr lang="en-GB" dirty="0" err="1">
                <a:latin typeface="Century Schoolbook" panose="02040604050505020304" pitchFamily="18" charset="0"/>
              </a:rPr>
              <a:t>login.req</a:t>
            </a:r>
            <a:r>
              <a:rPr lang="en-GB" dirty="0">
                <a:latin typeface="Century Schoolbook" panose="02040604050505020304" pitchFamily="18" charset="0"/>
              </a:rPr>
              <a:t> --level=5 --risk=3 --batch</a:t>
            </a:r>
            <a:endParaRPr lang="en-GB" sz="18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Century Schoolbook" panose="02040604050505020304" pitchFamily="18" charset="0"/>
              </a:rPr>
              <a:t>Detected vulnerabilities:</a:t>
            </a:r>
          </a:p>
          <a:p>
            <a:pPr marL="0" indent="0">
              <a:buNone/>
            </a:pPr>
            <a:r>
              <a:rPr lang="en-GB" dirty="0">
                <a:latin typeface="Century Schoolbook" panose="02040604050505020304" pitchFamily="18" charset="0"/>
              </a:rPr>
              <a:t>✓ Boolean-based blind SQLi</a:t>
            </a:r>
          </a:p>
          <a:p>
            <a:pPr marL="0" indent="0">
              <a:buNone/>
            </a:pPr>
            <a:r>
              <a:rPr lang="en-GB" dirty="0">
                <a:latin typeface="Century Schoolbook" panose="02040604050505020304" pitchFamily="18" charset="0"/>
              </a:rPr>
              <a:t>✓ Stacked queries</a:t>
            </a:r>
          </a:p>
          <a:p>
            <a:pPr marL="0" indent="0">
              <a:buNone/>
            </a:pPr>
            <a:r>
              <a:rPr lang="en-GB" dirty="0">
                <a:latin typeface="Century Schoolbook" panose="02040604050505020304" pitchFamily="18" charset="0"/>
              </a:rPr>
              <a:t>✓ Time-based blind SQLi</a:t>
            </a:r>
          </a:p>
          <a:p>
            <a:pPr marL="0" indent="0">
              <a:buNone/>
            </a:pPr>
            <a:r>
              <a:rPr lang="en-GB" dirty="0">
                <a:latin typeface="Century Schoolbook" panose="02040604050505020304" pitchFamily="18" charset="0"/>
              </a:rPr>
              <a:t>✓ UNION-based SQLi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969A0-F852-D297-0F72-3DC255898E7C}"/>
              </a:ext>
            </a:extLst>
          </p:cNvPr>
          <p:cNvSpPr txBox="1"/>
          <p:nvPr/>
        </p:nvSpPr>
        <p:spPr>
          <a:xfrm>
            <a:off x="4634088" y="1580923"/>
            <a:ext cx="7296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Database Dump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python sqlmap.py -r </a:t>
            </a:r>
            <a:r>
              <a:rPr lang="en-GB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login.req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 --dump --batch</a:t>
            </a:r>
          </a:p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Result: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 Complete database extraction successful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19D1D7-FFC3-C7F0-9317-BC18E0F459D3}"/>
              </a:ext>
            </a:extLst>
          </p:cNvPr>
          <p:cNvSpPr txBox="1"/>
          <p:nvPr/>
        </p:nvSpPr>
        <p:spPr>
          <a:xfrm>
            <a:off x="953238" y="1977273"/>
            <a:ext cx="41381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Century Schoolbook" panose="02040604050505020304" pitchFamily="18" charset="0"/>
              </a:rPr>
              <a:t>Automated</a:t>
            </a:r>
          </a:p>
          <a:p>
            <a:r>
              <a:rPr lang="en-GB" sz="2200" b="1" dirty="0">
                <a:latin typeface="Century Schoolbook" panose="02040604050505020304" pitchFamily="18" charset="0"/>
              </a:rPr>
              <a:t> attack results</a:t>
            </a: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41A29-487E-0541-CFEE-7B1741CB4C03}"/>
              </a:ext>
            </a:extLst>
          </p:cNvPr>
          <p:cNvSpPr txBox="1"/>
          <p:nvPr/>
        </p:nvSpPr>
        <p:spPr>
          <a:xfrm>
            <a:off x="4634088" y="2583756"/>
            <a:ext cx="7296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Schema Enumeration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python sqlmap.py -r </a:t>
            </a:r>
            <a:r>
              <a:rPr lang="en-GB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login.req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 --schema --batch</a:t>
            </a:r>
          </a:p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Result:</a:t>
            </a:r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 Full schema structure revealed</a:t>
            </a:r>
          </a:p>
        </p:txBody>
      </p:sp>
    </p:spTree>
    <p:extLst>
      <p:ext uri="{BB962C8B-B14F-4D97-AF65-F5344CB8AC3E}">
        <p14:creationId xmlns:p14="http://schemas.microsoft.com/office/powerpoint/2010/main" val="28470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FD92E6-A5BD-6D61-C231-3745C9A3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082" y="0"/>
            <a:ext cx="508491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1166A5-9915-6127-BF38-DB3784A6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8408" cy="6858000"/>
          </a:xfrm>
          <a:prstGeom prst="rect">
            <a:avLst/>
          </a:prstGeom>
        </p:spPr>
      </p:pic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D2B12778-AB71-2323-15C0-1766393E38F0}"/>
              </a:ext>
            </a:extLst>
          </p:cNvPr>
          <p:cNvSpPr/>
          <p:nvPr/>
        </p:nvSpPr>
        <p:spPr>
          <a:xfrm>
            <a:off x="5842029" y="2763520"/>
            <a:ext cx="447040" cy="11176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Arrow: Curved Right 9">
            <a:extLst>
              <a:ext uri="{FF2B5EF4-FFF2-40B4-BE49-F238E27FC236}">
                <a16:creationId xmlns:a16="http://schemas.microsoft.com/office/drawing/2014/main" id="{2330FAAA-3B83-3794-D977-0960556095A5}"/>
              </a:ext>
            </a:extLst>
          </p:cNvPr>
          <p:cNvSpPr/>
          <p:nvPr/>
        </p:nvSpPr>
        <p:spPr>
          <a:xfrm rot="10800000">
            <a:off x="6276421" y="3276600"/>
            <a:ext cx="447040" cy="11176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38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586CB-FAEC-3B84-4075-83399C4D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0A5C-1618-58C0-288D-95A1AB3F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Secure application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4A1B2-FF68-2A66-0AD0-093B87DE1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3338512"/>
            <a:ext cx="5359400" cy="2747963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Century Schoolbook" panose="02040604050505020304" pitchFamily="18" charset="0"/>
              </a:rPr>
              <a:t>Mitigation strategies used</a:t>
            </a:r>
          </a:p>
          <a:p>
            <a:endParaRPr lang="en-GB" b="1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0C7672-4527-2B2D-7258-4C24177764D4}"/>
              </a:ext>
            </a:extLst>
          </p:cNvPr>
          <p:cNvSpPr/>
          <p:nvPr/>
        </p:nvSpPr>
        <p:spPr>
          <a:xfrm>
            <a:off x="6172200" y="1825624"/>
            <a:ext cx="5181600" cy="43513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Century Schoolbook" panose="02040604050505020304" pitchFamily="18" charset="0"/>
              </a:rPr>
              <a:t>Parameterized queries</a:t>
            </a:r>
          </a:p>
          <a:p>
            <a:r>
              <a:rPr lang="en-GB" sz="2800" dirty="0">
                <a:solidFill>
                  <a:schemeClr val="tx1"/>
                </a:solidFill>
                <a:latin typeface="Century Schoolbook" panose="02040604050505020304" pitchFamily="18" charset="0"/>
              </a:rPr>
              <a:t>Input validation</a:t>
            </a:r>
          </a:p>
          <a:p>
            <a:r>
              <a:rPr lang="en-GB" sz="2800" dirty="0">
                <a:solidFill>
                  <a:schemeClr val="tx1"/>
                </a:solidFill>
                <a:latin typeface="Century Schoolbook" panose="02040604050505020304" pitchFamily="18" charset="0"/>
              </a:rPr>
              <a:t>Least privilege</a:t>
            </a:r>
          </a:p>
          <a:p>
            <a:r>
              <a:rPr lang="en-GB" sz="2800" dirty="0">
                <a:solidFill>
                  <a:schemeClr val="tx1"/>
                </a:solidFill>
                <a:latin typeface="Century Schoolbook" panose="02040604050505020304" pitchFamily="18" charset="0"/>
              </a:rPr>
              <a:t>Correct error handling</a:t>
            </a:r>
          </a:p>
          <a:p>
            <a:endParaRPr lang="en-GB" sz="2800" dirty="0">
              <a:latin typeface="Century Schoolbook" panose="02040604050505020304" pitchFamily="18" charset="0"/>
            </a:endParaRPr>
          </a:p>
          <a:p>
            <a:endParaRPr lang="en-GB" sz="28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92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3B79E-B23F-8D7F-4ED5-6930991F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8DF9B06A-7010-4F71-068E-CD71A0E6125A}"/>
              </a:ext>
            </a:extLst>
          </p:cNvPr>
          <p:cNvSpPr txBox="1">
            <a:spLocks/>
          </p:cNvSpPr>
          <p:nvPr/>
        </p:nvSpPr>
        <p:spPr>
          <a:xfrm>
            <a:off x="3741730" y="4179660"/>
            <a:ext cx="7753584" cy="23807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9050" cap="flat" cmpd="sng" algn="ctr">
            <a:solidFill>
              <a:schemeClr val="accent4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latin typeface="Century Schoolbook" panose="020406040505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876DC-A7FE-7FBB-5FD7-0838CBB4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Century Schoolbook" panose="02040604050505020304" pitchFamily="18" charset="0"/>
              </a:rPr>
              <a:t>Secure application</a:t>
            </a:r>
            <a:endParaRPr lang="en-GB" sz="2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3E32E29-462F-3206-48DA-DCB3CF7AFA10}"/>
              </a:ext>
            </a:extLst>
          </p:cNvPr>
          <p:cNvSpPr txBox="1">
            <a:spLocks/>
          </p:cNvSpPr>
          <p:nvPr/>
        </p:nvSpPr>
        <p:spPr>
          <a:xfrm>
            <a:off x="5091404" y="4158796"/>
            <a:ext cx="8575558" cy="238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Century Schoolbook" panose="020406040505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5C8B28-0CF1-8883-6F88-021B2333E5BA}"/>
              </a:ext>
            </a:extLst>
          </p:cNvPr>
          <p:cNvSpPr/>
          <p:nvPr/>
        </p:nvSpPr>
        <p:spPr>
          <a:xfrm>
            <a:off x="132339" y="1219362"/>
            <a:ext cx="7274301" cy="278985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3932F-3199-0E3A-7A3A-7812A002D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1" y="1795152"/>
            <a:ext cx="7040880" cy="1903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Century Schoolbook" panose="02040604050505020304" pitchFamily="18" charset="0"/>
              </a:rPr>
              <a:t>' OR 1=1; -- → "Invalid username or password"</a:t>
            </a:r>
          </a:p>
          <a:p>
            <a:pPr marL="0" indent="0">
              <a:buNone/>
            </a:pPr>
            <a:r>
              <a:rPr lang="en-GB" sz="1800" dirty="0">
                <a:latin typeface="Century Schoolbook" panose="02040604050505020304" pitchFamily="18" charset="0"/>
              </a:rPr>
              <a:t>' UNION ALL SELECT... → "Invalid query"</a:t>
            </a:r>
          </a:p>
          <a:p>
            <a:pPr marL="0" indent="0">
              <a:buNone/>
            </a:pPr>
            <a:r>
              <a:rPr lang="en-GB" sz="1800" dirty="0">
                <a:latin typeface="Century Schoolbook" panose="02040604050505020304" pitchFamily="18" charset="0"/>
              </a:rPr>
              <a:t>' AND </a:t>
            </a:r>
            <a:r>
              <a:rPr lang="en-GB" sz="1800" dirty="0" err="1">
                <a:latin typeface="Century Schoolbook" panose="02040604050505020304" pitchFamily="18" charset="0"/>
              </a:rPr>
              <a:t>pg_sleep</a:t>
            </a:r>
            <a:r>
              <a:rPr lang="en-GB" sz="1800" dirty="0">
                <a:latin typeface="Century Schoolbook" panose="02040604050505020304" pitchFamily="18" charset="0"/>
              </a:rPr>
              <a:t>(10) IS NULL→ "Invalid username or password"</a:t>
            </a:r>
          </a:p>
          <a:p>
            <a:pPr marL="0" indent="0">
              <a:buNone/>
            </a:pPr>
            <a:r>
              <a:rPr lang="en-GB" sz="1800" dirty="0">
                <a:latin typeface="Century Schoolbook" panose="02040604050505020304" pitchFamily="18" charset="0"/>
              </a:rPr>
              <a:t>' AND 0/1=1-- → "Invalid username or password"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9DF47-AAF5-146E-FBC0-4589E7B3D2D1}"/>
              </a:ext>
            </a:extLst>
          </p:cNvPr>
          <p:cNvSpPr txBox="1"/>
          <p:nvPr/>
        </p:nvSpPr>
        <p:spPr>
          <a:xfrm>
            <a:off x="4198776" y="4346329"/>
            <a:ext cx="72965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Test Duration: ~30 minutes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[CRITICAL] all tested parameters do not appear to be injectable</a:t>
            </a:r>
          </a:p>
          <a:p>
            <a:endParaRPr lang="en-GB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Vulnerability detection: Failed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Database dump: Failed</a:t>
            </a:r>
          </a:p>
          <a:p>
            <a:r>
              <a:rPr lang="en-GB" dirty="0">
                <a:solidFill>
                  <a:schemeClr val="bg1"/>
                </a:solidFill>
                <a:latin typeface="Century Schoolbook" panose="02040604050505020304" pitchFamily="18" charset="0"/>
              </a:rPr>
              <a:t>Schema enumeration: Failed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E1D687-437C-D6BF-BA99-53E89D7E2EC1}"/>
              </a:ext>
            </a:extLst>
          </p:cNvPr>
          <p:cNvSpPr txBox="1"/>
          <p:nvPr/>
        </p:nvSpPr>
        <p:spPr>
          <a:xfrm>
            <a:off x="7545834" y="2095849"/>
            <a:ext cx="36666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Century Schoolbook" panose="02040604050505020304" pitchFamily="18" charset="0"/>
              </a:rPr>
              <a:t>Manul attack results</a:t>
            </a: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525B0-C05A-6282-6E19-A69609A47AE7}"/>
              </a:ext>
            </a:extLst>
          </p:cNvPr>
          <p:cNvSpPr txBox="1"/>
          <p:nvPr/>
        </p:nvSpPr>
        <p:spPr>
          <a:xfrm>
            <a:off x="390485" y="4869197"/>
            <a:ext cx="36666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Century Schoolbook" panose="02040604050505020304" pitchFamily="18" charset="0"/>
              </a:rPr>
              <a:t>Automated attack results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46449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9002-BDA9-137E-67DC-DC786B01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Century Schoolbook" panose="02040604050505020304" pitchFamily="18" charset="0"/>
              </a:rPr>
              <a:t>Finishing project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8266A-A2F3-BEC2-CEFC-5EC32E4C7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6440" y="1930399"/>
            <a:ext cx="6873240" cy="1940243"/>
          </a:xfrm>
        </p:spPr>
        <p:txBody>
          <a:bodyPr/>
          <a:lstStyle/>
          <a:p>
            <a:r>
              <a:rPr lang="en-GB" dirty="0">
                <a:latin typeface="Century Schoolbook" panose="02040604050505020304" pitchFamily="18" charset="0"/>
              </a:rPr>
              <a:t>Nginx + </a:t>
            </a:r>
            <a:r>
              <a:rPr lang="en-GB" dirty="0" err="1">
                <a:latin typeface="Century Schoolbook" panose="02040604050505020304" pitchFamily="18" charset="0"/>
              </a:rPr>
              <a:t>ModSecurity</a:t>
            </a:r>
            <a:r>
              <a:rPr lang="en-GB" dirty="0">
                <a:latin typeface="Century Schoolbook" panose="02040604050505020304" pitchFamily="18" charset="0"/>
              </a:rPr>
              <a:t> (reverse proxy) 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More experiments</a:t>
            </a:r>
          </a:p>
          <a:p>
            <a:endParaRPr lang="en-GB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43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110C-2241-D957-C01F-0A4796BD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Century Schoolbook" panose="02040604050505020304" pitchFamily="18" charset="0"/>
              </a:rPr>
              <a:t>The End	</a:t>
            </a:r>
            <a:endParaRPr lang="en-GB" b="1" i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61A-6B41-6610-A6F1-ED212A81E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505061"/>
            <a:ext cx="5181600" cy="671902"/>
          </a:xfrm>
        </p:spPr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Thx for your attention!</a:t>
            </a:r>
            <a:endParaRPr lang="en-GB" dirty="0">
              <a:latin typeface="Century Schoolbook" panose="02040604050505020304" pitchFamily="18" charset="0"/>
            </a:endParaRPr>
          </a:p>
        </p:txBody>
      </p:sp>
      <p:pic>
        <p:nvPicPr>
          <p:cNvPr id="1030" name="Picture 6" descr="SQL Injection in GraphQL ⎜Escape Blog">
            <a:extLst>
              <a:ext uri="{FF2B5EF4-FFF2-40B4-BE49-F238E27FC236}">
                <a16:creationId xmlns:a16="http://schemas.microsoft.com/office/drawing/2014/main" id="{D678E9E5-7EE0-1AB2-FD18-EB220AB7E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520" y="1534159"/>
            <a:ext cx="3615301" cy="361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12F878-C909-51B9-996E-E677B66C62C4}"/>
              </a:ext>
            </a:extLst>
          </p:cNvPr>
          <p:cNvSpPr txBox="1"/>
          <p:nvPr/>
        </p:nvSpPr>
        <p:spPr>
          <a:xfrm>
            <a:off x="5654558" y="5505061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entury Schoolbook" panose="02040604050505020304" pitchFamily="18" charset="0"/>
              </a:rPr>
              <a:t>Link for GH: </a:t>
            </a:r>
            <a:r>
              <a:rPr lang="en-GB" dirty="0" err="1">
                <a:latin typeface="Century Schoolbook" panose="02040604050505020304" pitchFamily="18" charset="0"/>
                <a:hlinkClick r:id="rId3"/>
              </a:rPr>
              <a:t>AweFilko</a:t>
            </a:r>
            <a:r>
              <a:rPr lang="en-GB" dirty="0">
                <a:latin typeface="Century Schoolbook" panose="02040604050505020304" pitchFamily="18" charset="0"/>
                <a:hlinkClick r:id="rId3"/>
              </a:rPr>
              <a:t>/</a:t>
            </a:r>
            <a:r>
              <a:rPr lang="en-GB" dirty="0" err="1">
                <a:latin typeface="Century Schoolbook" panose="02040604050505020304" pitchFamily="18" charset="0"/>
                <a:hlinkClick r:id="rId3"/>
              </a:rPr>
              <a:t>PIB_SQL_injection</a:t>
            </a:r>
            <a:r>
              <a:rPr lang="en-GB" dirty="0">
                <a:latin typeface="Century Schoolbook" panose="02040604050505020304" pitchFamily="18" charset="0"/>
                <a:hlinkClick r:id="rId3"/>
              </a:rPr>
              <a:t>: Project about prevention from SQL injection with experiment</a:t>
            </a:r>
            <a:endParaRPr lang="en-GB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1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551</TotalTime>
  <Words>488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Century Schoolbook</vt:lpstr>
      <vt:lpstr>office theme</vt:lpstr>
      <vt:lpstr>Protection against SQL injection attacks</vt:lpstr>
      <vt:lpstr>Progress</vt:lpstr>
      <vt:lpstr>Testing Tools</vt:lpstr>
      <vt:lpstr>Vulnerable application</vt:lpstr>
      <vt:lpstr>Vulnerable application</vt:lpstr>
      <vt:lpstr>Vulnerable application</vt:lpstr>
      <vt:lpstr>PowerPoint Presentation</vt:lpstr>
      <vt:lpstr>Secure application</vt:lpstr>
      <vt:lpstr>Secure application</vt:lpstr>
      <vt:lpstr>Finishing project</vt:lpstr>
      <vt:lpstr>The 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Filip Brutovský</cp:lastModifiedBy>
  <cp:revision>132</cp:revision>
  <dcterms:created xsi:type="dcterms:W3CDTF">2025-10-31T21:41:08Z</dcterms:created>
  <dcterms:modified xsi:type="dcterms:W3CDTF">2025-12-02T01:19:26Z</dcterms:modified>
</cp:coreProperties>
</file>